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13a3de7d0c474a" /><Relationship Type="http://schemas.openxmlformats.org/officeDocument/2006/relationships/extended-properties" Target="/docProps/app.xml" Id="R6dfdca0965e34360" /><Relationship Type="http://schemas.openxmlformats.org/officeDocument/2006/relationships/officeDocument" Target="/ppt/presentation.xml" Id="R5abb4432ba90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19cbc41604ed2"/>
  </p:sldMasterIdLst>
  <p:notesMasterIdLst>
    <p:notesMasterId xmlns:r="http://schemas.openxmlformats.org/officeDocument/2006/relationships" r:id="Re07bed0847e94b99"/>
  </p:notesMasterIdLst>
  <p:sldIdLst>
    <p:sldId xmlns:r="http://schemas.openxmlformats.org/officeDocument/2006/relationships" id="256" r:id="Rfc315837c9994b45"/>
  </p:sldIdLst>
  <p:sldSz cx="7620000" cy="4286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19cbc41604ed2" /><Relationship Type="http://schemas.openxmlformats.org/officeDocument/2006/relationships/theme" Target="/ppt/theme/theme1.xml" Id="R8010fbe154804489" /><Relationship Type="http://schemas.openxmlformats.org/officeDocument/2006/relationships/notesMaster" Target="/ppt/notesMasters/notesMaster1.xml" Id="Re07bed0847e94b99" /><Relationship Type="http://schemas.openxmlformats.org/officeDocument/2006/relationships/presProps" Target="/ppt/presProps.xml" Id="Ra2a4ae3b501340d6" /><Relationship Type="http://schemas.openxmlformats.org/officeDocument/2006/relationships/viewProps" Target="/ppt/viewProps.xml" Id="R23c72e0fc39543b8" /><Relationship Type="http://schemas.openxmlformats.org/officeDocument/2006/relationships/tableStyles" Target="/ppt/tableStyles.xml" Id="R9a31e30a91004bf2" /><Relationship Type="http://schemas.openxmlformats.org/officeDocument/2006/relationships/slide" Target="/ppt/slides/slide1.xml" Id="Rfc315837c9994b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401b23965849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c0b82909df454e" /><Relationship Type="http://schemas.openxmlformats.org/officeDocument/2006/relationships/notesMaster" Target="/ppt/notesMasters/notesMaster1.xml" Id="R2e4eb6c3604f44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6922bd9bc4c9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33cd5cb237449aa" /><Relationship Type="http://schemas.openxmlformats.org/officeDocument/2006/relationships/slideLayout" Target="/ppt/slideLayouts/slideLayout2.xml" Id="Rbedaeba1f3b042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aeba1f3b042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18019762341d6" /><Relationship Type="http://schemas.openxmlformats.org/officeDocument/2006/relationships/notesSlide" Target="/ppt/notesSlides/notesSlide1.xml" Id="Ra2bf9ea19ecb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83DCB-9AF3-47B9-9820-22ECC870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9050">
            <a:solidFill>
              <a:srgbClr val="1F65D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F5EA6-3E32-4DD3-9BEA-CC478207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0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5D6"/>
          </a:solidFill>
          <a:ln xmlns:a="http://schemas.openxmlformats.org/drawingml/2006/main" w="0">
            <a:solidFill>
              <a:srgbClr val="1F65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351C5-A89C-45EC-A902-712576E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"/>
            <a:ext cx="11430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5D6"/>
          </a:solidFill>
          <a:ln xmlns:a="http://schemas.openxmlformats.org/drawingml/2006/main" w="0">
            <a:solidFill>
              <a:srgbClr val="1F65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5231F-7035-4E3B-A4F7-37D61243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"/>
            <a:ext cx="762000" cy="762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AFA"/>
          </a:solidFill>
          <a:ln xmlns:a="http://schemas.openxmlformats.org/drawingml/2006/main" w="38100">
            <a:solidFill>
              <a:srgbClr val="E0000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5FCF6-E365-45B3-88D6-1B1DB6DB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868687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2026-05-27T12:20:17.2480000Z</dcterms:created>
  <dcterms:modified xsi:type="dcterms:W3CDTF">2026-05-27T12:20:17.2480000Z</dcterms:modified>
</coreProperties>
</file>