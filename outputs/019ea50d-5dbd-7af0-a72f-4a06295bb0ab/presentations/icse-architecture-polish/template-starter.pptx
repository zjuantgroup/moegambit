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48defc5d8c4815" /><Relationship Type="http://schemas.openxmlformats.org/officeDocument/2006/relationships/extended-properties" Target="/docProps/app.xml" Id="Rf5e48271cf604161" /><Relationship Type="http://schemas.openxmlformats.org/officeDocument/2006/relationships/officeDocument" Target="/ppt/presentation.xml" Id="R5a7550b09e034b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795f9abd54422"/>
  </p:sldMasterIdLst>
  <p:notesMasterIdLst>
    <p:notesMasterId xmlns:r="http://schemas.openxmlformats.org/officeDocument/2006/relationships" r:id="R9051f56b5a50469e"/>
  </p:notesMasterIdLst>
  <p:sldIdLst>
    <p:sldId xmlns:r="http://schemas.openxmlformats.org/officeDocument/2006/relationships" id="256" r:id="R790bc84f63ea493d"/>
  </p:sldIdLst>
  <p:sldSz cx="16205200" cy="90043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0756d1f00e4374" /><Relationship Type="http://schemas.openxmlformats.org/officeDocument/2006/relationships/slideMaster" Target="/ppt/slideMasters/slideMaster1.xml" Id="Ref4795f9abd54422" /><Relationship Type="http://schemas.openxmlformats.org/officeDocument/2006/relationships/notesMaster" Target="/ppt/notesMasters/notesMaster1.xml" Id="R9051f56b5a50469e" /><Relationship Type="http://schemas.openxmlformats.org/officeDocument/2006/relationships/presProps" Target="/ppt/presProps.xml" Id="R510d75a3c4034bd7" /><Relationship Type="http://schemas.openxmlformats.org/officeDocument/2006/relationships/viewProps" Target="/ppt/viewProps.xml" Id="R055ab1a0fc354258" /><Relationship Type="http://schemas.openxmlformats.org/officeDocument/2006/relationships/tableStyles" Target="/ppt/tableStyles.xml" Id="R92609952ab0e4f30" /><Relationship Type="http://schemas.openxmlformats.org/officeDocument/2006/relationships/slide" Target="/ppt/slides/slide1.xml" Id="R790bc84f63ea49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d2e15b333548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1d660a260a4cd9" /><Relationship Type="http://schemas.openxmlformats.org/officeDocument/2006/relationships/notesMaster" Target="/ppt/notesMasters/notesMaster1.xml" Id="R40c2cff6dfbe46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a025461b043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23b6a3f6c49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9d7a185c94e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6ddcdc99c4c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60e38d28f4b68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298B5D9-0AAB-4EFA-9E54-D0065FFCF7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215390" y="2791333"/>
            <a:ext cx="13774420" cy="189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543C628-CFAB-4DB5-9378-142567CF298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430780" y="5042408"/>
            <a:ext cx="11343640" cy="225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47AA471-66E3-4D96-B2DA-C976E93E9D6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F16A929-3376-48D0-82AB-B5FCE37BEFB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6/8/26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4C53BC1-A2C3-4F83-B60D-C37A7F7130CE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50EF925A-70D5-49C0-B696-E7DDA0ADF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B1E021D-B6E5-4679-96A0-B6288A35CC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5C7BA5-6D80-47BB-843B-09CD632F480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27DAA25-8CEE-468A-ABD7-294E9532FD6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6/8/26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6DD168C-8BEC-4C1C-A79E-48A9451AAD2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3450101-AA23-4FA3-BC0B-D84B43D1F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EFA9118-AEF7-4207-800C-0AD51EA6D06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10260" y="2070989"/>
            <a:ext cx="7049262" cy="5942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F7FFE11-D96B-42B4-9AFA-43A550A216C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345678" y="2070989"/>
            <a:ext cx="7049262" cy="5942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CBB900E-1EA3-4F94-8F3B-2AB85F2E684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BF2FC599-8B80-4A89-83E0-D85AABD5126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6/8/26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A9190DFC-0730-408B-9F55-17BB459554F7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8538841-BDDC-4A8B-8BAB-32D48AD56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DF747D2-A5DD-4DB2-B70A-F923CE7B9D8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D2367CB-B837-4592-8AC7-B183445E2F1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6/8/26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D163A1A-7C47-4BCB-AC6F-D9B9DD06F56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1A41D61-FF9B-4A23-BCFB-FCACE520CAF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41E72EC-279F-49CB-B415-69C6439E425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6/8/26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FB5CF33-EA2A-43F0-9EA5-B42C2E29F73D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b82ebb25c4c9f" /><Relationship Type="http://schemas.openxmlformats.org/officeDocument/2006/relationships/slideLayout" Target="/ppt/slideLayouts/slideLayout1.xml" Id="R79047dd52eb74905" /><Relationship Type="http://schemas.openxmlformats.org/officeDocument/2006/relationships/slideLayout" Target="/ppt/slideLayouts/slideLayout2.xml" Id="Rc08abbbb8fc74899" /><Relationship Type="http://schemas.openxmlformats.org/officeDocument/2006/relationships/slideLayout" Target="/ppt/slideLayouts/slideLayout3.xml" Id="R78a139886bdf4ec6" /><Relationship Type="http://schemas.openxmlformats.org/officeDocument/2006/relationships/slideLayout" Target="/ppt/slideLayouts/slideLayout4.xml" Id="R4a9d1f5063cd4bc3" /><Relationship Type="http://schemas.openxmlformats.org/officeDocument/2006/relationships/slideLayout" Target="/ppt/slideLayouts/slideLayout5.xml" Id="R88fda0a654f6452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260B30F-6B09-4D95-8115-E58969A87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0260" y="360172"/>
            <a:ext cx="14584680" cy="1440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B824563-B957-483B-BB6E-C370D1F7B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0260" y="2070989"/>
            <a:ext cx="14584680" cy="5942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AB4FFF4-E8D6-4378-ADFF-C78DEA42A8F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5509768" y="8373999"/>
            <a:ext cx="5185664" cy="450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76BBA33-ED4B-4222-A54E-ECC2551A759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810260" y="8373999"/>
            <a:ext cx="3727196" cy="450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6/8/26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43EB2B96-EFC0-4728-AABA-3BF6F1B6BFC8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11667744" y="8373999"/>
            <a:ext cx="3727196" cy="450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047dd52eb74905"/>
    <p:sldLayoutId xmlns:r="http://schemas.openxmlformats.org/officeDocument/2006/relationships" id="2147483650" r:id="Rc08abbbb8fc74899"/>
    <p:sldLayoutId xmlns:r="http://schemas.openxmlformats.org/officeDocument/2006/relationships" id="2147483651" r:id="R78a139886bdf4ec6"/>
    <p:sldLayoutId xmlns:r="http://schemas.openxmlformats.org/officeDocument/2006/relationships" id="2147483652" r:id="R4a9d1f5063cd4bc3"/>
    <p:sldLayoutId xmlns:r="http://schemas.openxmlformats.org/officeDocument/2006/relationships" id="2147483653" r:id="R88fda0a654f64524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682c1929224848" /><Relationship Type="http://schemas.openxmlformats.org/officeDocument/2006/relationships/notesSlide" Target="/ppt/notesSlides/notesSlide1.xml" Id="R5670fc5adc134e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任意多边形: 形状 77">
            <a:extLst xmlns:a="http://schemas.openxmlformats.org/drawingml/2006/main">
              <a:ext uri="{FF2B5EF4-FFF2-40B4-BE49-F238E27FC236}">
                <a16:creationId xmlns:a16="http://schemas.microsoft.com/office/drawing/2014/main" id="{218A3A49-49C5-F8F6-3BA5-ED1AEE98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962" y="4499990"/>
            <a:ext cx="5867019" cy="3226054"/>
          </a:xfrm>
          <a:custGeom xmlns:a="http://schemas.openxmlformats.org/drawingml/2006/main">
            <a:rect l="l" t="t" r="r" b="b"/>
            <a:pathLst>
              <a:path w="5867019" h="3226054">
                <a:moveTo>
                  <a:pt x="5778881" y="0"/>
                </a:moveTo>
                <a:cubicBezTo>
                  <a:pt x="5827558" y="0"/>
                  <a:pt x="5867018" y="39461"/>
                  <a:pt x="5867018" y="88138"/>
                </a:cubicBezTo>
                <a:lnTo>
                  <a:pt x="5867018" y="3137916"/>
                </a:lnTo>
                <a:cubicBezTo>
                  <a:pt x="5867018" y="3186594"/>
                  <a:pt x="5827557" y="3226054"/>
                  <a:pt x="5778881" y="3226054"/>
                </a:cubicBezTo>
                <a:lnTo>
                  <a:pt x="88137" y="3226054"/>
                </a:lnTo>
                <a:cubicBezTo>
                  <a:pt x="39460" y="3226054"/>
                  <a:pt x="-1" y="3186594"/>
                  <a:pt x="-1" y="3137916"/>
                </a:cubicBezTo>
                <a:lnTo>
                  <a:pt x="-1" y="88137"/>
                </a:lnTo>
                <a:cubicBezTo>
                  <a:pt x="-1" y="39460"/>
                  <a:pt x="39460" y="-1"/>
                  <a:pt x="88137" y="-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E7322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9" name="任意多边形: 形状 78">
            <a:extLst xmlns:a="http://schemas.openxmlformats.org/drawingml/2006/main">
              <a:ext uri="{FF2B5EF4-FFF2-40B4-BE49-F238E27FC236}">
                <a16:creationId xmlns:a16="http://schemas.microsoft.com/office/drawing/2014/main" id="{0073D8E8-DC97-764C-578F-13391963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961" y="4499990"/>
            <a:ext cx="5867019" cy="360934"/>
          </a:xfrm>
          <a:custGeom xmlns:a="http://schemas.openxmlformats.org/drawingml/2006/main">
            <a:rect l="l" t="t" r="r" b="b"/>
            <a:pathLst>
              <a:path w="5867019" h="360934">
                <a:moveTo>
                  <a:pt x="80518" y="0"/>
                </a:moveTo>
                <a:lnTo>
                  <a:pt x="5786501" y="0"/>
                </a:lnTo>
                <a:cubicBezTo>
                  <a:pt x="5830951" y="0"/>
                  <a:pt x="5867020" y="36068"/>
                  <a:pt x="5867020" y="80518"/>
                </a:cubicBezTo>
                <a:lnTo>
                  <a:pt x="5867020" y="360934"/>
                </a:lnTo>
                <a:lnTo>
                  <a:pt x="0" y="360934"/>
                </a:lnTo>
                <a:lnTo>
                  <a:pt x="0" y="80518"/>
                </a:lnTo>
                <a:cubicBezTo>
                  <a:pt x="0" y="36068"/>
                  <a:pt x="36068" y="0"/>
                  <a:pt x="80518" y="0"/>
                </a:cubicBezTo>
                <a:close/>
              </a:path>
            </a:pathLst>
          </a:custGeom>
          <a:solidFill xmlns:a="http://schemas.openxmlformats.org/drawingml/2006/main">
            <a:srgbClr val="FDECEA"/>
          </a:solidFill>
          <a:ln xmlns:a="http://schemas.openxmlformats.org/drawingml/2006/main" w="12190">
            <a:solidFill>
              <a:srgbClr val="E7322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0" name="任意多边形: 形状 79">
            <a:extLst xmlns:a="http://schemas.openxmlformats.org/drawingml/2006/main">
              <a:ext uri="{FF2B5EF4-FFF2-40B4-BE49-F238E27FC236}">
                <a16:creationId xmlns:a16="http://schemas.microsoft.com/office/drawing/2014/main" id="{692065B1-1193-3B8A-1C78-C75206F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508" y="5373369"/>
            <a:ext cx="983106" cy="763016"/>
          </a:xfrm>
          <a:custGeom xmlns:a="http://schemas.openxmlformats.org/drawingml/2006/main">
            <a:rect l="l" t="t" r="r" b="b"/>
            <a:pathLst>
              <a:path w="983106" h="763016">
                <a:moveTo>
                  <a:pt x="932815" y="0"/>
                </a:moveTo>
                <a:cubicBezTo>
                  <a:pt x="960591" y="0"/>
                  <a:pt x="983107" y="22517"/>
                  <a:pt x="983107" y="50292"/>
                </a:cubicBezTo>
                <a:lnTo>
                  <a:pt x="983107" y="712724"/>
                </a:lnTo>
                <a:cubicBezTo>
                  <a:pt x="983107" y="740500"/>
                  <a:pt x="960591" y="763016"/>
                  <a:pt x="932815" y="763016"/>
                </a:cubicBezTo>
                <a:lnTo>
                  <a:pt x="50292" y="763016"/>
                </a:lnTo>
                <a:cubicBezTo>
                  <a:pt x="22516" y="763016"/>
                  <a:pt x="0" y="740500"/>
                  <a:pt x="0" y="712724"/>
                </a:cubicBezTo>
                <a:lnTo>
                  <a:pt x="0" y="50292"/>
                </a:lnTo>
                <a:cubicBezTo>
                  <a:pt x="0" y="22517"/>
                  <a:pt x="22516" y="0"/>
                  <a:pt x="50292" y="0"/>
                </a:cubicBezTo>
                <a:close/>
              </a:path>
            </a:pathLst>
          </a:custGeom>
          <a:solidFill xmlns:a="http://schemas.openxmlformats.org/drawingml/2006/main">
            <a:srgbClr val="FDECEA"/>
          </a:solidFill>
          <a:ln xmlns:a="http://schemas.openxmlformats.org/drawingml/2006/main" w="12190">
            <a:solidFill>
              <a:srgbClr val="E7322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1" name="任意多边形: 形状 80">
            <a:extLst xmlns:a="http://schemas.openxmlformats.org/drawingml/2006/main">
              <a:ext uri="{FF2B5EF4-FFF2-40B4-BE49-F238E27FC236}">
                <a16:creationId xmlns:a16="http://schemas.microsoft.com/office/drawing/2014/main" id="{B50BC561-9E41-AF63-8273-7DB420B1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4319" y="5366130"/>
            <a:ext cx="983107" cy="763016"/>
          </a:xfrm>
          <a:custGeom xmlns:a="http://schemas.openxmlformats.org/drawingml/2006/main">
            <a:rect l="l" t="t" r="r" b="b"/>
            <a:pathLst>
              <a:path w="983107" h="763016">
                <a:moveTo>
                  <a:pt x="932816" y="0"/>
                </a:moveTo>
                <a:cubicBezTo>
                  <a:pt x="960591" y="0"/>
                  <a:pt x="983107" y="22516"/>
                  <a:pt x="983107" y="50292"/>
                </a:cubicBezTo>
                <a:lnTo>
                  <a:pt x="983107" y="712724"/>
                </a:lnTo>
                <a:cubicBezTo>
                  <a:pt x="983107" y="740499"/>
                  <a:pt x="960591" y="763016"/>
                  <a:pt x="932816" y="763016"/>
                </a:cubicBezTo>
                <a:lnTo>
                  <a:pt x="50293" y="763016"/>
                </a:lnTo>
                <a:cubicBezTo>
                  <a:pt x="22518" y="763016"/>
                  <a:pt x="1" y="740499"/>
                  <a:pt x="1" y="712724"/>
                </a:cubicBezTo>
                <a:lnTo>
                  <a:pt x="1" y="50292"/>
                </a:lnTo>
                <a:cubicBezTo>
                  <a:pt x="1" y="22516"/>
                  <a:pt x="22518" y="0"/>
                  <a:pt x="50293" y="0"/>
                </a:cubicBezTo>
                <a:close/>
              </a:path>
            </a:pathLst>
          </a:custGeom>
          <a:solidFill xmlns:a="http://schemas.openxmlformats.org/drawingml/2006/main">
            <a:srgbClr val="FDECEA"/>
          </a:solidFill>
          <a:ln xmlns:a="http://schemas.openxmlformats.org/drawingml/2006/main" w="12190">
            <a:solidFill>
              <a:srgbClr val="E7322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2" name="任意多边形: 形状 81">
            <a:extLst xmlns:a="http://schemas.openxmlformats.org/drawingml/2006/main">
              <a:ext uri="{FF2B5EF4-FFF2-40B4-BE49-F238E27FC236}">
                <a16:creationId xmlns:a16="http://schemas.microsoft.com/office/drawing/2014/main" id="{3972FCDC-6625-99FA-20E2-38430530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470" y="5347588"/>
            <a:ext cx="1021333" cy="799973"/>
          </a:xfrm>
          <a:custGeom xmlns:a="http://schemas.openxmlformats.org/drawingml/2006/main">
            <a:rect l="l" t="t" r="r" b="b"/>
            <a:pathLst>
              <a:path w="1021333" h="799973">
                <a:moveTo>
                  <a:pt x="960501" y="0"/>
                </a:moveTo>
                <a:cubicBezTo>
                  <a:pt x="994098" y="0"/>
                  <a:pt x="1021334" y="27236"/>
                  <a:pt x="1021334" y="60833"/>
                </a:cubicBezTo>
                <a:lnTo>
                  <a:pt x="1021334" y="739140"/>
                </a:lnTo>
                <a:cubicBezTo>
                  <a:pt x="1021334" y="772738"/>
                  <a:pt x="994098" y="799973"/>
                  <a:pt x="960501" y="799973"/>
                </a:cubicBezTo>
                <a:lnTo>
                  <a:pt x="60832" y="799973"/>
                </a:lnTo>
                <a:cubicBezTo>
                  <a:pt x="27235" y="799973"/>
                  <a:pt x="0" y="772738"/>
                  <a:pt x="0" y="739140"/>
                </a:cubicBezTo>
                <a:lnTo>
                  <a:pt x="0" y="60833"/>
                </a:lnTo>
                <a:cubicBezTo>
                  <a:pt x="0" y="27236"/>
                  <a:pt x="27235" y="0"/>
                  <a:pt x="60832" y="0"/>
                </a:cubicBezTo>
                <a:close/>
              </a:path>
            </a:pathLst>
          </a:custGeom>
          <a:solidFill xmlns:a="http://schemas.openxmlformats.org/drawingml/2006/main">
            <a:srgbClr val="F3F7FC"/>
          </a:solidFill>
          <a:ln xmlns:a="http://schemas.openxmlformats.org/drawingml/2006/main" w="12190">
            <a:solidFill>
              <a:srgbClr val="2558A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3" name="任意多边形: 形状 82">
            <a:extLst xmlns:a="http://schemas.openxmlformats.org/drawingml/2006/main">
              <a:ext uri="{FF2B5EF4-FFF2-40B4-BE49-F238E27FC236}">
                <a16:creationId xmlns:a16="http://schemas.microsoft.com/office/drawing/2014/main" id="{7973A9B4-B570-5926-DD33-F29857C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880" y="4499990"/>
            <a:ext cx="7004684" cy="3226054"/>
          </a:xfrm>
          <a:custGeom xmlns:a="http://schemas.openxmlformats.org/drawingml/2006/main">
            <a:rect l="l" t="t" r="r" b="b"/>
            <a:pathLst>
              <a:path w="7004684" h="3226054">
                <a:moveTo>
                  <a:pt x="6917944" y="0"/>
                </a:moveTo>
                <a:cubicBezTo>
                  <a:pt x="6965850" y="0"/>
                  <a:pt x="7004685" y="38835"/>
                  <a:pt x="7004685" y="86741"/>
                </a:cubicBezTo>
                <a:lnTo>
                  <a:pt x="7004685" y="3139313"/>
                </a:lnTo>
                <a:cubicBezTo>
                  <a:pt x="7004685" y="3187219"/>
                  <a:pt x="6965850" y="3226054"/>
                  <a:pt x="6917944" y="3226054"/>
                </a:cubicBezTo>
                <a:lnTo>
                  <a:pt x="86741" y="3226054"/>
                </a:lnTo>
                <a:cubicBezTo>
                  <a:pt x="38835" y="3226054"/>
                  <a:pt x="0" y="3187219"/>
                  <a:pt x="0" y="3139313"/>
                </a:cubicBezTo>
                <a:lnTo>
                  <a:pt x="0" y="86741"/>
                </a:lnTo>
                <a:cubicBezTo>
                  <a:pt x="0" y="38835"/>
                  <a:pt x="38835" y="0"/>
                  <a:pt x="8674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D0D1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4" name="任意多边形: 形状 83">
            <a:extLst xmlns:a="http://schemas.openxmlformats.org/drawingml/2006/main">
              <a:ext uri="{FF2B5EF4-FFF2-40B4-BE49-F238E27FC236}">
                <a16:creationId xmlns:a16="http://schemas.microsoft.com/office/drawing/2014/main" id="{50241A8D-9A21-FD16-3B19-777CA58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302" y="7181976"/>
            <a:ext cx="6862191" cy="466725"/>
          </a:xfrm>
          <a:custGeom xmlns:a="http://schemas.openxmlformats.org/drawingml/2006/main">
            <a:rect l="l" t="t" r="r" b="b"/>
            <a:pathLst>
              <a:path w="6862191" h="466725">
                <a:moveTo>
                  <a:pt x="6803644" y="0"/>
                </a:moveTo>
                <a:cubicBezTo>
                  <a:pt x="6835979" y="0"/>
                  <a:pt x="6862191" y="26212"/>
                  <a:pt x="6862191" y="58547"/>
                </a:cubicBezTo>
                <a:lnTo>
                  <a:pt x="6862191" y="408178"/>
                </a:lnTo>
                <a:cubicBezTo>
                  <a:pt x="6862191" y="440513"/>
                  <a:pt x="6835979" y="466725"/>
                  <a:pt x="6803644" y="466725"/>
                </a:cubicBezTo>
                <a:lnTo>
                  <a:pt x="58547" y="466725"/>
                </a:lnTo>
                <a:cubicBezTo>
                  <a:pt x="26212" y="466725"/>
                  <a:pt x="0" y="440513"/>
                  <a:pt x="0" y="408178"/>
                </a:cubicBezTo>
                <a:lnTo>
                  <a:pt x="0" y="58547"/>
                </a:lnTo>
                <a:cubicBezTo>
                  <a:pt x="0" y="26212"/>
                  <a:pt x="26212" y="0"/>
                  <a:pt x="5854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D0D1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6" name="任意多边形: 形状 85">
            <a:extLst xmlns:a="http://schemas.openxmlformats.org/drawingml/2006/main">
              <a:ext uri="{FF2B5EF4-FFF2-40B4-BE49-F238E27FC236}">
                <a16:creationId xmlns:a16="http://schemas.microsoft.com/office/drawing/2014/main" id="{6C5069F8-6A9A-2E7E-FE99-7E3D071C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9257" y="5743447"/>
            <a:ext cx="607821" cy="689483"/>
          </a:xfrm>
          <a:custGeom xmlns:a="http://schemas.openxmlformats.org/drawingml/2006/main">
            <a:rect l="l" t="t" r="r" b="b"/>
            <a:pathLst>
              <a:path w="607821" h="689483">
                <a:moveTo>
                  <a:pt x="0" y="0"/>
                </a:moveTo>
                <a:lnTo>
                  <a:pt x="0" y="615442"/>
                </a:lnTo>
                <a:cubicBezTo>
                  <a:pt x="0" y="656336"/>
                  <a:pt x="136017" y="689483"/>
                  <a:pt x="303911" y="689483"/>
                </a:cubicBezTo>
                <a:cubicBezTo>
                  <a:pt x="471805" y="689483"/>
                  <a:pt x="607822" y="656336"/>
                  <a:pt x="607822" y="615442"/>
                </a:cubicBezTo>
                <a:lnTo>
                  <a:pt x="6078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4F9"/>
          </a:solidFill>
          <a:ln xmlns:a="http://schemas.openxmlformats.org/drawingml/2006/main" w="11174">
            <a:solidFill>
              <a:srgbClr val="A27F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147AA71C-6916-E1EC-81FA-8CB6957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9257" y="5669406"/>
            <a:ext cx="607822" cy="148082"/>
          </a:xfrm>
          <a:custGeom xmlns:a="http://schemas.openxmlformats.org/drawingml/2006/main">
            <a:rect l="l" t="t" r="r" b="b"/>
            <a:pathLst>
              <a:path w="607822" h="148082">
                <a:moveTo>
                  <a:pt x="607822" y="74041"/>
                </a:moveTo>
                <a:cubicBezTo>
                  <a:pt x="607822" y="114933"/>
                  <a:pt x="471756" y="148082"/>
                  <a:pt x="303911" y="148082"/>
                </a:cubicBezTo>
                <a:cubicBezTo>
                  <a:pt x="136065" y="148082"/>
                  <a:pt x="0" y="114933"/>
                  <a:pt x="0" y="74041"/>
                </a:cubicBezTo>
                <a:cubicBezTo>
                  <a:pt x="0" y="33149"/>
                  <a:pt x="136066" y="0"/>
                  <a:pt x="303911" y="0"/>
                </a:cubicBezTo>
                <a:cubicBezTo>
                  <a:pt x="471757" y="0"/>
                  <a:pt x="607822" y="33149"/>
                  <a:pt x="607822" y="74041"/>
                </a:cubicBezTo>
                <a:close/>
              </a:path>
            </a:pathLst>
          </a:custGeom>
          <a:solidFill xmlns:a="http://schemas.openxmlformats.org/drawingml/2006/main">
            <a:srgbClr val="F7F4F9"/>
          </a:solidFill>
          <a:ln xmlns:a="http://schemas.openxmlformats.org/drawingml/2006/main" w="11174">
            <a:solidFill>
              <a:srgbClr val="A27F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8" name="任意多边形: 形状 87">
            <a:extLst xmlns:a="http://schemas.openxmlformats.org/drawingml/2006/main">
              <a:ext uri="{FF2B5EF4-FFF2-40B4-BE49-F238E27FC236}">
                <a16:creationId xmlns:a16="http://schemas.microsoft.com/office/drawing/2014/main" id="{8BFC6264-EF33-A5D6-21FA-562D2BD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302" y="4778882"/>
            <a:ext cx="2257932" cy="2358771"/>
          </a:xfrm>
          <a:custGeom xmlns:a="http://schemas.openxmlformats.org/drawingml/2006/main">
            <a:rect l="l" t="t" r="r" b="b"/>
            <a:pathLst>
              <a:path w="2257932" h="2358771">
                <a:moveTo>
                  <a:pt x="2196465" y="0"/>
                </a:moveTo>
                <a:cubicBezTo>
                  <a:pt x="2230413" y="0"/>
                  <a:pt x="2257933" y="27520"/>
                  <a:pt x="2257933" y="61468"/>
                </a:cubicBezTo>
                <a:lnTo>
                  <a:pt x="2257933" y="2297303"/>
                </a:lnTo>
                <a:cubicBezTo>
                  <a:pt x="2257933" y="2331251"/>
                  <a:pt x="2230413" y="2358772"/>
                  <a:pt x="2196465" y="2358772"/>
                </a:cubicBezTo>
                <a:lnTo>
                  <a:pt x="61468" y="2358772"/>
                </a:lnTo>
                <a:cubicBezTo>
                  <a:pt x="27520" y="2358772"/>
                  <a:pt x="0" y="2331252"/>
                  <a:pt x="0" y="2297303"/>
                </a:cubicBezTo>
                <a:lnTo>
                  <a:pt x="0" y="61468"/>
                </a:lnTo>
                <a:cubicBezTo>
                  <a:pt x="0" y="27520"/>
                  <a:pt x="27520" y="0"/>
                  <a:pt x="6146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D0D1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9" name="任意多边形: 形状 88">
            <a:extLst xmlns:a="http://schemas.openxmlformats.org/drawingml/2006/main">
              <a:ext uri="{FF2B5EF4-FFF2-40B4-BE49-F238E27FC236}">
                <a16:creationId xmlns:a16="http://schemas.microsoft.com/office/drawing/2014/main" id="{7CAFCBBC-885D-699C-A325-91FF8704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389" y="4778882"/>
            <a:ext cx="2335403" cy="2358771"/>
          </a:xfrm>
          <a:custGeom xmlns:a="http://schemas.openxmlformats.org/drawingml/2006/main">
            <a:rect l="l" t="t" r="r" b="b"/>
            <a:pathLst>
              <a:path w="2335403" h="2358771">
                <a:moveTo>
                  <a:pt x="2272919" y="0"/>
                </a:moveTo>
                <a:cubicBezTo>
                  <a:pt x="2307428" y="0"/>
                  <a:pt x="2335403" y="27975"/>
                  <a:pt x="2335403" y="62484"/>
                </a:cubicBezTo>
                <a:lnTo>
                  <a:pt x="2335403" y="2296288"/>
                </a:lnTo>
                <a:cubicBezTo>
                  <a:pt x="2335403" y="2330797"/>
                  <a:pt x="2307428" y="2358772"/>
                  <a:pt x="2272919" y="2358772"/>
                </a:cubicBezTo>
                <a:lnTo>
                  <a:pt x="62484" y="2358772"/>
                </a:lnTo>
                <a:cubicBezTo>
                  <a:pt x="27975" y="2358772"/>
                  <a:pt x="0" y="2330797"/>
                  <a:pt x="0" y="2296288"/>
                </a:cubicBezTo>
                <a:lnTo>
                  <a:pt x="0" y="62484"/>
                </a:lnTo>
                <a:cubicBezTo>
                  <a:pt x="0" y="27975"/>
                  <a:pt x="27975" y="0"/>
                  <a:pt x="6248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D0D1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0" name="任意多边形: 形状 89">
            <a:extLst xmlns:a="http://schemas.openxmlformats.org/drawingml/2006/main">
              <a:ext uri="{FF2B5EF4-FFF2-40B4-BE49-F238E27FC236}">
                <a16:creationId xmlns:a16="http://schemas.microsoft.com/office/drawing/2014/main" id="{047CEE39-F3E1-D97C-42BA-0DD0CC1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990" y="4792344"/>
            <a:ext cx="2127377" cy="2360676"/>
          </a:xfrm>
          <a:custGeom xmlns:a="http://schemas.openxmlformats.org/drawingml/2006/main">
            <a:rect l="l" t="t" r="r" b="b"/>
            <a:pathLst>
              <a:path w="2127377" h="2360676">
                <a:moveTo>
                  <a:pt x="2067687" y="0"/>
                </a:moveTo>
                <a:cubicBezTo>
                  <a:pt x="2100653" y="0"/>
                  <a:pt x="2127377" y="26724"/>
                  <a:pt x="2127377" y="59690"/>
                </a:cubicBezTo>
                <a:lnTo>
                  <a:pt x="2127377" y="2300987"/>
                </a:lnTo>
                <a:cubicBezTo>
                  <a:pt x="2127377" y="2333953"/>
                  <a:pt x="2100653" y="2360677"/>
                  <a:pt x="2067687" y="2360677"/>
                </a:cubicBezTo>
                <a:lnTo>
                  <a:pt x="59690" y="2360677"/>
                </a:lnTo>
                <a:cubicBezTo>
                  <a:pt x="26724" y="2360677"/>
                  <a:pt x="0" y="2333953"/>
                  <a:pt x="0" y="2300987"/>
                </a:cubicBezTo>
                <a:lnTo>
                  <a:pt x="0" y="59690"/>
                </a:lnTo>
                <a:cubicBezTo>
                  <a:pt x="0" y="26724"/>
                  <a:pt x="26724" y="0"/>
                  <a:pt x="5969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D0D1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1" name="任意多边形: 形状 90">
            <a:extLst xmlns:a="http://schemas.openxmlformats.org/drawingml/2006/main">
              <a:ext uri="{FF2B5EF4-FFF2-40B4-BE49-F238E27FC236}">
                <a16:creationId xmlns:a16="http://schemas.microsoft.com/office/drawing/2014/main" id="{07ED7C32-0590-19BE-FD83-F1712769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301" y="5547232"/>
            <a:ext cx="850264" cy="591947"/>
          </a:xfrm>
          <a:custGeom xmlns:a="http://schemas.openxmlformats.org/drawingml/2006/main">
            <a:rect l="l" t="t" r="r" b="b"/>
            <a:pathLst>
              <a:path w="850264" h="591947">
                <a:moveTo>
                  <a:pt x="796290" y="0"/>
                </a:moveTo>
                <a:cubicBezTo>
                  <a:pt x="826100" y="0"/>
                  <a:pt x="850265" y="24166"/>
                  <a:pt x="850265" y="53975"/>
                </a:cubicBezTo>
                <a:lnTo>
                  <a:pt x="850265" y="537972"/>
                </a:lnTo>
                <a:cubicBezTo>
                  <a:pt x="850265" y="567781"/>
                  <a:pt x="826100" y="591947"/>
                  <a:pt x="796290" y="591947"/>
                </a:cubicBezTo>
                <a:lnTo>
                  <a:pt x="53975" y="591947"/>
                </a:lnTo>
                <a:cubicBezTo>
                  <a:pt x="24165" y="591947"/>
                  <a:pt x="0" y="567781"/>
                  <a:pt x="0" y="537972"/>
                </a:cubicBezTo>
                <a:lnTo>
                  <a:pt x="0" y="53975"/>
                </a:lnTo>
                <a:cubicBezTo>
                  <a:pt x="0" y="24166"/>
                  <a:pt x="24165" y="0"/>
                  <a:pt x="53975" y="0"/>
                </a:cubicBezTo>
                <a:close/>
              </a:path>
            </a:pathLst>
          </a:custGeom>
          <a:solidFill xmlns:a="http://schemas.openxmlformats.org/drawingml/2006/main">
            <a:srgbClr val="F3F7FC"/>
          </a:solidFill>
          <a:ln xmlns:a="http://schemas.openxmlformats.org/drawingml/2006/main" w="12190">
            <a:solidFill>
              <a:srgbClr val="2558A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2" name="任意多边形: 形状 91">
            <a:extLst xmlns:a="http://schemas.openxmlformats.org/drawingml/2006/main">
              <a:ext uri="{FF2B5EF4-FFF2-40B4-BE49-F238E27FC236}">
                <a16:creationId xmlns:a16="http://schemas.microsoft.com/office/drawing/2014/main" id="{1EF72C85-A742-EB88-E672-C3E49743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029" y="5270372"/>
            <a:ext cx="692912" cy="494284"/>
          </a:xfrm>
          <a:custGeom xmlns:a="http://schemas.openxmlformats.org/drawingml/2006/main">
            <a:rect l="l" t="t" r="r" b="b"/>
            <a:pathLst>
              <a:path w="692912" h="494284">
                <a:moveTo>
                  <a:pt x="648335" y="0"/>
                </a:moveTo>
                <a:cubicBezTo>
                  <a:pt x="672954" y="0"/>
                  <a:pt x="692912" y="19958"/>
                  <a:pt x="692912" y="44577"/>
                </a:cubicBezTo>
                <a:lnTo>
                  <a:pt x="692912" y="449707"/>
                </a:lnTo>
                <a:cubicBezTo>
                  <a:pt x="692912" y="474326"/>
                  <a:pt x="672955" y="494284"/>
                  <a:pt x="648335" y="494284"/>
                </a:cubicBezTo>
                <a:lnTo>
                  <a:pt x="44577" y="494284"/>
                </a:lnTo>
                <a:cubicBezTo>
                  <a:pt x="19958" y="494284"/>
                  <a:pt x="0" y="474326"/>
                  <a:pt x="0" y="449707"/>
                </a:cubicBezTo>
                <a:lnTo>
                  <a:pt x="0" y="44577"/>
                </a:lnTo>
                <a:cubicBezTo>
                  <a:pt x="0" y="19958"/>
                  <a:pt x="19958" y="0"/>
                  <a:pt x="44577" y="0"/>
                </a:cubicBezTo>
                <a:close/>
              </a:path>
            </a:pathLst>
          </a:custGeom>
          <a:solidFill xmlns:a="http://schemas.openxmlformats.org/drawingml/2006/main">
            <a:srgbClr val="F3F7FC"/>
          </a:solidFill>
          <a:ln xmlns:a="http://schemas.openxmlformats.org/drawingml/2006/main" w="12190">
            <a:solidFill>
              <a:srgbClr val="2558A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3" name="任意多边形: 形状 92">
            <a:extLst xmlns:a="http://schemas.openxmlformats.org/drawingml/2006/main">
              <a:ext uri="{FF2B5EF4-FFF2-40B4-BE49-F238E27FC236}">
                <a16:creationId xmlns:a16="http://schemas.microsoft.com/office/drawing/2014/main" id="{5D36D683-A3DF-1AF0-6BD1-84C757D9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117" y="5678169"/>
            <a:ext cx="771778" cy="494284"/>
          </a:xfrm>
          <a:custGeom xmlns:a="http://schemas.openxmlformats.org/drawingml/2006/main">
            <a:rect l="l" t="t" r="r" b="b"/>
            <a:pathLst>
              <a:path w="771778" h="494284">
                <a:moveTo>
                  <a:pt x="724789" y="0"/>
                </a:moveTo>
                <a:cubicBezTo>
                  <a:pt x="750741" y="0"/>
                  <a:pt x="771779" y="21038"/>
                  <a:pt x="771779" y="46990"/>
                </a:cubicBezTo>
                <a:lnTo>
                  <a:pt x="771779" y="447294"/>
                </a:lnTo>
                <a:cubicBezTo>
                  <a:pt x="771779" y="473246"/>
                  <a:pt x="750741" y="494284"/>
                  <a:pt x="724789" y="494284"/>
                </a:cubicBezTo>
                <a:lnTo>
                  <a:pt x="46990" y="494284"/>
                </a:lnTo>
                <a:cubicBezTo>
                  <a:pt x="21038" y="494284"/>
                  <a:pt x="0" y="473246"/>
                  <a:pt x="0" y="447294"/>
                </a:cubicBezTo>
                <a:lnTo>
                  <a:pt x="0" y="46990"/>
                </a:lnTo>
                <a:cubicBezTo>
                  <a:pt x="0" y="21038"/>
                  <a:pt x="21038" y="0"/>
                  <a:pt x="46990" y="0"/>
                </a:cubicBezTo>
                <a:close/>
              </a:path>
            </a:pathLst>
          </a:custGeom>
          <a:solidFill xmlns:a="http://schemas.openxmlformats.org/drawingml/2006/main">
            <a:srgbClr val="F3F7FC"/>
          </a:solidFill>
          <a:ln xmlns:a="http://schemas.openxmlformats.org/drawingml/2006/main" w="12190">
            <a:solidFill>
              <a:srgbClr val="2558A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4" name="任意多边形: 形状 93">
            <a:extLst xmlns:a="http://schemas.openxmlformats.org/drawingml/2006/main">
              <a:ext uri="{FF2B5EF4-FFF2-40B4-BE49-F238E27FC236}">
                <a16:creationId xmlns:a16="http://schemas.microsoft.com/office/drawing/2014/main" id="{C31ED2B5-40E3-6EFD-382A-CFB45E3D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126" y="6004813"/>
            <a:ext cx="692912" cy="494284"/>
          </a:xfrm>
          <a:custGeom xmlns:a="http://schemas.openxmlformats.org/drawingml/2006/main">
            <a:rect l="l" t="t" r="r" b="b"/>
            <a:pathLst>
              <a:path w="692912" h="494284">
                <a:moveTo>
                  <a:pt x="648335" y="0"/>
                </a:moveTo>
                <a:cubicBezTo>
                  <a:pt x="672954" y="0"/>
                  <a:pt x="692912" y="19958"/>
                  <a:pt x="692912" y="44577"/>
                </a:cubicBezTo>
                <a:lnTo>
                  <a:pt x="692912" y="449707"/>
                </a:lnTo>
                <a:cubicBezTo>
                  <a:pt x="692912" y="474326"/>
                  <a:pt x="672954" y="494284"/>
                  <a:pt x="648335" y="494284"/>
                </a:cubicBezTo>
                <a:lnTo>
                  <a:pt x="44577" y="494284"/>
                </a:lnTo>
                <a:cubicBezTo>
                  <a:pt x="19958" y="494284"/>
                  <a:pt x="0" y="474327"/>
                  <a:pt x="0" y="449707"/>
                </a:cubicBezTo>
                <a:lnTo>
                  <a:pt x="0" y="44577"/>
                </a:lnTo>
                <a:cubicBezTo>
                  <a:pt x="0" y="19958"/>
                  <a:pt x="19957" y="0"/>
                  <a:pt x="44577" y="0"/>
                </a:cubicBezTo>
                <a:close/>
              </a:path>
            </a:pathLst>
          </a:custGeom>
          <a:solidFill xmlns:a="http://schemas.openxmlformats.org/drawingml/2006/main">
            <a:srgbClr val="F3F7FC"/>
          </a:solidFill>
          <a:ln xmlns:a="http://schemas.openxmlformats.org/drawingml/2006/main" w="12190">
            <a:solidFill>
              <a:srgbClr val="2558A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5" name="任意多边形: 形状 94">
            <a:extLst xmlns:a="http://schemas.openxmlformats.org/drawingml/2006/main">
              <a:ext uri="{FF2B5EF4-FFF2-40B4-BE49-F238E27FC236}">
                <a16:creationId xmlns:a16="http://schemas.microsoft.com/office/drawing/2014/main" id="{308BA8BF-F8C1-7D53-F853-73180E6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136" y="148716"/>
            <a:ext cx="3608958" cy="4018280"/>
          </a:xfrm>
          <a:custGeom xmlns:a="http://schemas.openxmlformats.org/drawingml/2006/main">
            <a:rect l="l" t="t" r="r" b="b"/>
            <a:pathLst>
              <a:path w="3608958" h="4018280">
                <a:moveTo>
                  <a:pt x="3530854" y="0"/>
                </a:moveTo>
                <a:cubicBezTo>
                  <a:pt x="3573990" y="0"/>
                  <a:pt x="3608960" y="34969"/>
                  <a:pt x="3608960" y="78105"/>
                </a:cubicBezTo>
                <a:lnTo>
                  <a:pt x="3608960" y="3940175"/>
                </a:lnTo>
                <a:cubicBezTo>
                  <a:pt x="3608960" y="3983312"/>
                  <a:pt x="3573990" y="4018280"/>
                  <a:pt x="3530854" y="4018280"/>
                </a:cubicBezTo>
                <a:lnTo>
                  <a:pt x="78105" y="4018280"/>
                </a:lnTo>
                <a:cubicBezTo>
                  <a:pt x="34969" y="4018280"/>
                  <a:pt x="0" y="3983312"/>
                  <a:pt x="0" y="3940175"/>
                </a:cubicBezTo>
                <a:lnTo>
                  <a:pt x="0" y="78105"/>
                </a:lnTo>
                <a:cubicBezTo>
                  <a:pt x="0" y="34969"/>
                  <a:pt x="34969" y="0"/>
                  <a:pt x="7810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4573B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6" name="任意多边形: 形状 95">
            <a:extLst xmlns:a="http://schemas.openxmlformats.org/drawingml/2006/main">
              <a:ext uri="{FF2B5EF4-FFF2-40B4-BE49-F238E27FC236}">
                <a16:creationId xmlns:a16="http://schemas.microsoft.com/office/drawing/2014/main" id="{1D2023A7-2D8F-B615-7CCF-FDE31A12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548" y="157225"/>
            <a:ext cx="2781934" cy="1836928"/>
          </a:xfrm>
          <a:custGeom xmlns:a="http://schemas.openxmlformats.org/drawingml/2006/main">
            <a:rect l="l" t="t" r="r" b="b"/>
            <a:pathLst>
              <a:path w="2781934" h="1836928">
                <a:moveTo>
                  <a:pt x="2725928" y="0"/>
                </a:moveTo>
                <a:cubicBezTo>
                  <a:pt x="2756860" y="0"/>
                  <a:pt x="2781936" y="25075"/>
                  <a:pt x="2781936" y="56007"/>
                </a:cubicBezTo>
                <a:lnTo>
                  <a:pt x="2781936" y="1780921"/>
                </a:lnTo>
                <a:cubicBezTo>
                  <a:pt x="2781936" y="1811853"/>
                  <a:pt x="2756861" y="1836928"/>
                  <a:pt x="2725928" y="1836928"/>
                </a:cubicBezTo>
                <a:lnTo>
                  <a:pt x="56007" y="1836928"/>
                </a:lnTo>
                <a:cubicBezTo>
                  <a:pt x="25076" y="1836928"/>
                  <a:pt x="1" y="1811853"/>
                  <a:pt x="1" y="1780921"/>
                </a:cubicBezTo>
                <a:lnTo>
                  <a:pt x="1" y="56007"/>
                </a:lnTo>
                <a:cubicBezTo>
                  <a:pt x="1" y="25075"/>
                  <a:pt x="25076" y="0"/>
                  <a:pt x="5600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EF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7" name="任意多边形: 形状 96">
            <a:extLst xmlns:a="http://schemas.openxmlformats.org/drawingml/2006/main">
              <a:ext uri="{FF2B5EF4-FFF2-40B4-BE49-F238E27FC236}">
                <a16:creationId xmlns:a16="http://schemas.microsoft.com/office/drawing/2014/main" id="{55AAF28B-98C7-9D85-3B88-F718C31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397" y="692149"/>
            <a:ext cx="3736212" cy="3280029"/>
          </a:xfrm>
          <a:custGeom xmlns:a="http://schemas.openxmlformats.org/drawingml/2006/main">
            <a:rect l="l" t="t" r="r" b="b"/>
            <a:pathLst>
              <a:path w="3736212" h="3280029">
                <a:moveTo>
                  <a:pt x="3661538" y="0"/>
                </a:moveTo>
                <a:cubicBezTo>
                  <a:pt x="3702780" y="0"/>
                  <a:pt x="3736214" y="33434"/>
                  <a:pt x="3736214" y="74676"/>
                </a:cubicBezTo>
                <a:lnTo>
                  <a:pt x="3736214" y="3205354"/>
                </a:lnTo>
                <a:cubicBezTo>
                  <a:pt x="3736214" y="3246596"/>
                  <a:pt x="3702780" y="3280030"/>
                  <a:pt x="3661538" y="3280030"/>
                </a:cubicBezTo>
                <a:lnTo>
                  <a:pt x="74677" y="3280030"/>
                </a:lnTo>
                <a:cubicBezTo>
                  <a:pt x="33434" y="3280030"/>
                  <a:pt x="1" y="3246596"/>
                  <a:pt x="1" y="3205354"/>
                </a:cubicBezTo>
                <a:lnTo>
                  <a:pt x="1" y="74676"/>
                </a:lnTo>
                <a:cubicBezTo>
                  <a:pt x="1" y="33434"/>
                  <a:pt x="33434" y="0"/>
                  <a:pt x="746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EF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8" name="任意多边形: 形状 97">
            <a:extLst xmlns:a="http://schemas.openxmlformats.org/drawingml/2006/main">
              <a:ext uri="{FF2B5EF4-FFF2-40B4-BE49-F238E27FC236}">
                <a16:creationId xmlns:a16="http://schemas.microsoft.com/office/drawing/2014/main" id="{F3704816-A8F7-7B1F-6998-9AED07AD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008" y="2617850"/>
            <a:ext cx="3575304" cy="1133475"/>
          </a:xfrm>
          <a:custGeom xmlns:a="http://schemas.openxmlformats.org/drawingml/2006/main">
            <a:rect l="l" t="t" r="r" b="b"/>
            <a:pathLst>
              <a:path w="3575304" h="1133475">
                <a:moveTo>
                  <a:pt x="3512058" y="0"/>
                </a:moveTo>
                <a:cubicBezTo>
                  <a:pt x="3546987" y="0"/>
                  <a:pt x="3575303" y="28316"/>
                  <a:pt x="3575303" y="63246"/>
                </a:cubicBezTo>
                <a:lnTo>
                  <a:pt x="3575303" y="1070229"/>
                </a:lnTo>
                <a:cubicBezTo>
                  <a:pt x="3575303" y="1105159"/>
                  <a:pt x="3546987" y="1133475"/>
                  <a:pt x="3512058" y="1133475"/>
                </a:cubicBezTo>
                <a:lnTo>
                  <a:pt x="63245" y="1133475"/>
                </a:lnTo>
                <a:cubicBezTo>
                  <a:pt x="28316" y="1133475"/>
                  <a:pt x="0" y="1105159"/>
                  <a:pt x="0" y="1070229"/>
                </a:cubicBezTo>
                <a:lnTo>
                  <a:pt x="0" y="63246"/>
                </a:lnTo>
                <a:cubicBezTo>
                  <a:pt x="0" y="28316"/>
                  <a:pt x="28316" y="0"/>
                  <a:pt x="6324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EF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9" name="任意多边形: 形状 98">
            <a:extLst xmlns:a="http://schemas.openxmlformats.org/drawingml/2006/main">
              <a:ext uri="{FF2B5EF4-FFF2-40B4-BE49-F238E27FC236}">
                <a16:creationId xmlns:a16="http://schemas.microsoft.com/office/drawing/2014/main" id="{D3E06CCF-34F6-8D5C-E297-15CE5DFB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75" y="808862"/>
            <a:ext cx="1982470" cy="738505"/>
          </a:xfrm>
          <a:custGeom xmlns:a="http://schemas.openxmlformats.org/drawingml/2006/main">
            <a:rect l="l" t="t" r="r" b="b"/>
            <a:pathLst>
              <a:path w="1982470" h="738505">
                <a:moveTo>
                  <a:pt x="1916176" y="0"/>
                </a:moveTo>
                <a:cubicBezTo>
                  <a:pt x="1952789" y="0"/>
                  <a:pt x="1982470" y="29681"/>
                  <a:pt x="1982470" y="66294"/>
                </a:cubicBezTo>
                <a:lnTo>
                  <a:pt x="1982470" y="672211"/>
                </a:lnTo>
                <a:cubicBezTo>
                  <a:pt x="1982470" y="708824"/>
                  <a:pt x="1952789" y="738505"/>
                  <a:pt x="1916176" y="738505"/>
                </a:cubicBezTo>
                <a:lnTo>
                  <a:pt x="66294" y="738505"/>
                </a:lnTo>
                <a:cubicBezTo>
                  <a:pt x="29681" y="738505"/>
                  <a:pt x="1" y="708824"/>
                  <a:pt x="1" y="672211"/>
                </a:cubicBezTo>
                <a:lnTo>
                  <a:pt x="1" y="66294"/>
                </a:lnTo>
                <a:cubicBezTo>
                  <a:pt x="1" y="29681"/>
                  <a:pt x="29682" y="0"/>
                  <a:pt x="66294" y="0"/>
                </a:cubicBezTo>
                <a:close/>
              </a:path>
            </a:pathLst>
          </a:custGeom>
          <a:solidFill xmlns:a="http://schemas.openxmlformats.org/drawingml/2006/main">
            <a:srgbClr val="FDECEA"/>
          </a:solidFill>
          <a:ln xmlns:a="http://schemas.openxmlformats.org/drawingml/2006/main" w="12190">
            <a:solidFill>
              <a:srgbClr val="E7322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0" name="任意多边形: 形状 99">
            <a:extLst xmlns:a="http://schemas.openxmlformats.org/drawingml/2006/main">
              <a:ext uri="{FF2B5EF4-FFF2-40B4-BE49-F238E27FC236}">
                <a16:creationId xmlns:a16="http://schemas.microsoft.com/office/drawing/2014/main" id="{286F7B32-6B08-78B3-591E-D59AF5EE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881" y="148716"/>
            <a:ext cx="6590156" cy="4132961"/>
          </a:xfrm>
          <a:custGeom xmlns:a="http://schemas.openxmlformats.org/drawingml/2006/main">
            <a:rect l="l" t="t" r="r" b="b"/>
            <a:pathLst>
              <a:path w="6590156" h="4132961">
                <a:moveTo>
                  <a:pt x="6515608" y="0"/>
                </a:moveTo>
                <a:cubicBezTo>
                  <a:pt x="6556780" y="0"/>
                  <a:pt x="6590157" y="33377"/>
                  <a:pt x="6590157" y="74549"/>
                </a:cubicBezTo>
                <a:lnTo>
                  <a:pt x="6590157" y="4058412"/>
                </a:lnTo>
                <a:cubicBezTo>
                  <a:pt x="6590157" y="4099585"/>
                  <a:pt x="6556780" y="4132961"/>
                  <a:pt x="6515608" y="4132961"/>
                </a:cubicBezTo>
                <a:lnTo>
                  <a:pt x="74549" y="4132961"/>
                </a:lnTo>
                <a:cubicBezTo>
                  <a:pt x="33377" y="4132961"/>
                  <a:pt x="0" y="4099585"/>
                  <a:pt x="0" y="4058412"/>
                </a:cubicBezTo>
                <a:lnTo>
                  <a:pt x="0" y="74549"/>
                </a:lnTo>
                <a:cubicBezTo>
                  <a:pt x="0" y="33377"/>
                  <a:pt x="33377" y="0"/>
                  <a:pt x="7454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00469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3" name="任意多边形: 形状 102">
            <a:extLst xmlns:a="http://schemas.openxmlformats.org/drawingml/2006/main">
              <a:ext uri="{FF2B5EF4-FFF2-40B4-BE49-F238E27FC236}">
                <a16:creationId xmlns:a16="http://schemas.microsoft.com/office/drawing/2014/main" id="{C3A58509-3EF4-AEF8-7EA8-BFFCCFAD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1532" y="1100581"/>
            <a:ext cx="662432" cy="762635"/>
          </a:xfrm>
          <a:custGeom xmlns:a="http://schemas.openxmlformats.org/drawingml/2006/main">
            <a:rect l="l" t="t" r="r" b="b"/>
            <a:pathLst>
              <a:path w="662432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0" y="762635"/>
                  <a:pt x="604647" y="762635"/>
                </a:cubicBezTo>
                <a:lnTo>
                  <a:pt x="57785" y="762635"/>
                </a:lnTo>
                <a:cubicBezTo>
                  <a:pt x="25871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1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8" name="任意多边形: 形状 107">
            <a:extLst xmlns:a="http://schemas.openxmlformats.org/drawingml/2006/main">
              <a:ext uri="{FF2B5EF4-FFF2-40B4-BE49-F238E27FC236}">
                <a16:creationId xmlns:a16="http://schemas.microsoft.com/office/drawing/2014/main" id="{DA80B14C-D4C7-9B8F-C94F-04AA7FC1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4435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9" name="任意多边形: 形状 108">
            <a:extLst xmlns:a="http://schemas.openxmlformats.org/drawingml/2006/main">
              <a:ext uri="{FF2B5EF4-FFF2-40B4-BE49-F238E27FC236}">
                <a16:creationId xmlns:a16="http://schemas.microsoft.com/office/drawing/2014/main" id="{7B66A7E0-71F4-2529-2157-57612B88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3429" y="1303146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1" name="任意多边形: 形状 110">
            <a:extLst xmlns:a="http://schemas.openxmlformats.org/drawingml/2006/main">
              <a:ext uri="{FF2B5EF4-FFF2-40B4-BE49-F238E27FC236}">
                <a16:creationId xmlns:a16="http://schemas.microsoft.com/office/drawing/2014/main" id="{275169C7-BE65-46F5-D556-80E11C7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177" y="1345564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2" name="任意多边形: 形状 111">
            <a:extLst xmlns:a="http://schemas.openxmlformats.org/drawingml/2006/main">
              <a:ext uri="{FF2B5EF4-FFF2-40B4-BE49-F238E27FC236}">
                <a16:creationId xmlns:a16="http://schemas.microsoft.com/office/drawing/2014/main" id="{E94B06BE-4214-CBB1-F7C1-A5BD9EF8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342" y="1341119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3" name="任意多边形: 形状 112">
            <a:extLst xmlns:a="http://schemas.openxmlformats.org/drawingml/2006/main">
              <a:ext uri="{FF2B5EF4-FFF2-40B4-BE49-F238E27FC236}">
                <a16:creationId xmlns:a16="http://schemas.microsoft.com/office/drawing/2014/main" id="{49C09A04-A623-D0BE-9FD0-33862AEF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5832" y="1317497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4" name="任意多边形: 形状 113">
            <a:extLst xmlns:a="http://schemas.openxmlformats.org/drawingml/2006/main">
              <a:ext uri="{FF2B5EF4-FFF2-40B4-BE49-F238E27FC236}">
                <a16:creationId xmlns:a16="http://schemas.microsoft.com/office/drawing/2014/main" id="{584E6224-76CB-6A8F-2DAD-E4A4D6A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9995" y="12486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5" name="任意多边形: 形状 114">
            <a:extLst xmlns:a="http://schemas.openxmlformats.org/drawingml/2006/main">
              <a:ext uri="{FF2B5EF4-FFF2-40B4-BE49-F238E27FC236}">
                <a16:creationId xmlns:a16="http://schemas.microsoft.com/office/drawing/2014/main" id="{BFB03BC0-7CD4-B03A-9BB1-9ACF5C74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786" y="1224152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6" name="任意多边形: 形状 115">
            <a:extLst xmlns:a="http://schemas.openxmlformats.org/drawingml/2006/main">
              <a:ext uri="{FF2B5EF4-FFF2-40B4-BE49-F238E27FC236}">
                <a16:creationId xmlns:a16="http://schemas.microsoft.com/office/drawing/2014/main" id="{E85AD32B-6D16-6179-A874-2765C30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9242" y="1258315"/>
            <a:ext cx="62484" cy="49275"/>
          </a:xfrm>
          <a:custGeom xmlns:a="http://schemas.openxmlformats.org/drawingml/2006/main">
            <a:rect l="l" t="t" r="r" b="b"/>
            <a:pathLst>
              <a:path w="62484" h="49275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7" name="任意多边形: 形状 116">
            <a:extLst xmlns:a="http://schemas.openxmlformats.org/drawingml/2006/main">
              <a:ext uri="{FF2B5EF4-FFF2-40B4-BE49-F238E27FC236}">
                <a16:creationId xmlns:a16="http://schemas.microsoft.com/office/drawing/2014/main" id="{3C49267B-C016-E4DF-ABD5-05D211BD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7244" y="1317979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8" name="任意多边形: 形状 117">
            <a:extLst xmlns:a="http://schemas.openxmlformats.org/drawingml/2006/main">
              <a:ext uri="{FF2B5EF4-FFF2-40B4-BE49-F238E27FC236}">
                <a16:creationId xmlns:a16="http://schemas.microsoft.com/office/drawing/2014/main" id="{C515E60C-B837-28FB-201F-757B75DB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2798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1" name="任意多边形: 形状 120">
            <a:extLst xmlns:a="http://schemas.openxmlformats.org/drawingml/2006/main">
              <a:ext uri="{FF2B5EF4-FFF2-40B4-BE49-F238E27FC236}">
                <a16:creationId xmlns:a16="http://schemas.microsoft.com/office/drawing/2014/main" id="{EB152F2D-35B7-7A83-229D-3C374D89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669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7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7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2" name="任意多边形: 形状 121">
            <a:extLst xmlns:a="http://schemas.openxmlformats.org/drawingml/2006/main">
              <a:ext uri="{FF2B5EF4-FFF2-40B4-BE49-F238E27FC236}">
                <a16:creationId xmlns:a16="http://schemas.microsoft.com/office/drawing/2014/main" id="{6F611D96-D2BF-C440-500A-66BD1185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4663" y="1303146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4" name="任意多边形: 形状 123">
            <a:extLst xmlns:a="http://schemas.openxmlformats.org/drawingml/2006/main">
              <a:ext uri="{FF2B5EF4-FFF2-40B4-BE49-F238E27FC236}">
                <a16:creationId xmlns:a16="http://schemas.microsoft.com/office/drawing/2014/main" id="{B1C13E21-363B-B447-6C95-659B3C9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0410" y="1345564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5" name="任意多边形: 形状 124">
            <a:extLst xmlns:a="http://schemas.openxmlformats.org/drawingml/2006/main">
              <a:ext uri="{FF2B5EF4-FFF2-40B4-BE49-F238E27FC236}">
                <a16:creationId xmlns:a16="http://schemas.microsoft.com/office/drawing/2014/main" id="{2655DB9E-680A-04BD-242F-5829AD84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1577" y="1341119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6" name="任意多边形: 形状 125">
            <a:extLst xmlns:a="http://schemas.openxmlformats.org/drawingml/2006/main">
              <a:ext uri="{FF2B5EF4-FFF2-40B4-BE49-F238E27FC236}">
                <a16:creationId xmlns:a16="http://schemas.microsoft.com/office/drawing/2014/main" id="{C2839C24-9E54-181C-D487-1B776560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065" y="1317497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7" name="任意多边形: 形状 126">
            <a:extLst xmlns:a="http://schemas.openxmlformats.org/drawingml/2006/main">
              <a:ext uri="{FF2B5EF4-FFF2-40B4-BE49-F238E27FC236}">
                <a16:creationId xmlns:a16="http://schemas.microsoft.com/office/drawing/2014/main" id="{608867E1-6891-4B91-7FB0-8BE0651B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1228" y="12486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8" name="任意多边形: 形状 127">
            <a:extLst xmlns:a="http://schemas.openxmlformats.org/drawingml/2006/main">
              <a:ext uri="{FF2B5EF4-FFF2-40B4-BE49-F238E27FC236}">
                <a16:creationId xmlns:a16="http://schemas.microsoft.com/office/drawing/2014/main" id="{B2C54DE9-3D5D-E55D-FE86-D023EAFB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1020" y="1224152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9" name="任意多边形: 形状 128">
            <a:extLst xmlns:a="http://schemas.openxmlformats.org/drawingml/2006/main">
              <a:ext uri="{FF2B5EF4-FFF2-40B4-BE49-F238E27FC236}">
                <a16:creationId xmlns:a16="http://schemas.microsoft.com/office/drawing/2014/main" id="{EE4DC9D8-D448-2CE2-3352-5AD3167A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0477" y="1258315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0" name="任意多边形: 形状 129">
            <a:extLst xmlns:a="http://schemas.openxmlformats.org/drawingml/2006/main">
              <a:ext uri="{FF2B5EF4-FFF2-40B4-BE49-F238E27FC236}">
                <a16:creationId xmlns:a16="http://schemas.microsoft.com/office/drawing/2014/main" id="{1C27CC5D-D7D5-C5F6-3E6B-F453B53D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8478" y="1317979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921A1E1-1000-14B1-9B83-F300A645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033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2" name="任意多边形: 形状 131">
            <a:extLst xmlns:a="http://schemas.openxmlformats.org/drawingml/2006/main">
              <a:ext uri="{FF2B5EF4-FFF2-40B4-BE49-F238E27FC236}">
                <a16:creationId xmlns:a16="http://schemas.microsoft.com/office/drawing/2014/main" id="{0CC0798E-7389-57B1-7BBD-71693D9F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685" y="1177162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1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1" y="295910"/>
                  <a:pt x="463423" y="295910"/>
                </a:cubicBezTo>
                <a:lnTo>
                  <a:pt x="24765" y="295910"/>
                </a:lnTo>
                <a:cubicBezTo>
                  <a:pt x="11088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8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4" name="任意多边形: 形状 133">
            <a:extLst xmlns:a="http://schemas.openxmlformats.org/drawingml/2006/main">
              <a:ext uri="{FF2B5EF4-FFF2-40B4-BE49-F238E27FC236}">
                <a16:creationId xmlns:a16="http://schemas.microsoft.com/office/drawing/2014/main" id="{2E0D060E-A315-07AE-FB16-AAF87064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244" y="1100581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0" y="762635"/>
                  <a:pt x="604647" y="762635"/>
                </a:cubicBezTo>
                <a:lnTo>
                  <a:pt x="57785" y="762635"/>
                </a:lnTo>
                <a:cubicBezTo>
                  <a:pt x="25871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1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6" name="任意多边形: 形状 135">
            <a:extLst xmlns:a="http://schemas.openxmlformats.org/drawingml/2006/main">
              <a:ext uri="{FF2B5EF4-FFF2-40B4-BE49-F238E27FC236}">
                <a16:creationId xmlns:a16="http://schemas.microsoft.com/office/drawing/2014/main" id="{EB9B8646-40C4-55C0-41D4-8B69F74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5147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7" name="任意多边形: 形状 136">
            <a:extLst xmlns:a="http://schemas.openxmlformats.org/drawingml/2006/main">
              <a:ext uri="{FF2B5EF4-FFF2-40B4-BE49-F238E27FC236}">
                <a16:creationId xmlns:a16="http://schemas.microsoft.com/office/drawing/2014/main" id="{5E918260-47CB-7C83-308A-987C40E7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141" y="1303146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9" name="任意多边形: 形状 138">
            <a:extLst xmlns:a="http://schemas.openxmlformats.org/drawingml/2006/main">
              <a:ext uri="{FF2B5EF4-FFF2-40B4-BE49-F238E27FC236}">
                <a16:creationId xmlns:a16="http://schemas.microsoft.com/office/drawing/2014/main" id="{B701AD9F-BFE7-35A8-C1F4-8A2F34BD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9889" y="1345564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0" name="任意多边形: 形状 139">
            <a:extLst xmlns:a="http://schemas.openxmlformats.org/drawingml/2006/main">
              <a:ext uri="{FF2B5EF4-FFF2-40B4-BE49-F238E27FC236}">
                <a16:creationId xmlns:a16="http://schemas.microsoft.com/office/drawing/2014/main" id="{C0AF383E-8C39-BA6F-0AB1-A38DE23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1054" y="1341119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1" name="任意多边形: 形状 140">
            <a:extLst xmlns:a="http://schemas.openxmlformats.org/drawingml/2006/main">
              <a:ext uri="{FF2B5EF4-FFF2-40B4-BE49-F238E27FC236}">
                <a16:creationId xmlns:a16="http://schemas.microsoft.com/office/drawing/2014/main" id="{90CD035E-97F4-44DD-5E15-7525055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544" y="1317497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2" name="任意多边形: 形状 141">
            <a:extLst xmlns:a="http://schemas.openxmlformats.org/drawingml/2006/main">
              <a:ext uri="{FF2B5EF4-FFF2-40B4-BE49-F238E27FC236}">
                <a16:creationId xmlns:a16="http://schemas.microsoft.com/office/drawing/2014/main" id="{72932560-6963-E201-331B-284A695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0707" y="12486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3" name="任意多边形: 形状 142">
            <a:extLst xmlns:a="http://schemas.openxmlformats.org/drawingml/2006/main">
              <a:ext uri="{FF2B5EF4-FFF2-40B4-BE49-F238E27FC236}">
                <a16:creationId xmlns:a16="http://schemas.microsoft.com/office/drawing/2014/main" id="{E6530294-325D-543C-0EB0-5C58FB6B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0498" y="1224152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4" name="任意多边形: 形状 143">
            <a:extLst xmlns:a="http://schemas.openxmlformats.org/drawingml/2006/main">
              <a:ext uri="{FF2B5EF4-FFF2-40B4-BE49-F238E27FC236}">
                <a16:creationId xmlns:a16="http://schemas.microsoft.com/office/drawing/2014/main" id="{6054C760-E3FE-9A14-2D36-021D158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9954" y="1258315"/>
            <a:ext cx="62484" cy="49275"/>
          </a:xfrm>
          <a:custGeom xmlns:a="http://schemas.openxmlformats.org/drawingml/2006/main">
            <a:rect l="l" t="t" r="r" b="b"/>
            <a:pathLst>
              <a:path w="62484" h="49275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5" name="任意多边形: 形状 144">
            <a:extLst xmlns:a="http://schemas.openxmlformats.org/drawingml/2006/main">
              <a:ext uri="{FF2B5EF4-FFF2-40B4-BE49-F238E27FC236}">
                <a16:creationId xmlns:a16="http://schemas.microsoft.com/office/drawing/2014/main" id="{831BB8C1-BF17-96AA-7AD2-A0F74586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7955" y="1317979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6" name="任意多边形: 形状 145">
            <a:extLst xmlns:a="http://schemas.openxmlformats.org/drawingml/2006/main">
              <a:ext uri="{FF2B5EF4-FFF2-40B4-BE49-F238E27FC236}">
                <a16:creationId xmlns:a16="http://schemas.microsoft.com/office/drawing/2014/main" id="{981A5345-71C4-6AF6-82EC-B13339D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3510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8" name="任意多边形: 形状 147">
            <a:extLst xmlns:a="http://schemas.openxmlformats.org/drawingml/2006/main">
              <a:ext uri="{FF2B5EF4-FFF2-40B4-BE49-F238E27FC236}">
                <a16:creationId xmlns:a16="http://schemas.microsoft.com/office/drawing/2014/main" id="{2F688E2A-B6BF-79B9-8840-7A9F1BF1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381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7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7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9" name="任意多边形: 形状 148">
            <a:extLst xmlns:a="http://schemas.openxmlformats.org/drawingml/2006/main">
              <a:ext uri="{FF2B5EF4-FFF2-40B4-BE49-F238E27FC236}">
                <a16:creationId xmlns:a16="http://schemas.microsoft.com/office/drawing/2014/main" id="{84C08A49-BFAD-F57D-08B9-F5626799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375" y="1303146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1" name="任意多边形: 形状 150">
            <a:extLst xmlns:a="http://schemas.openxmlformats.org/drawingml/2006/main">
              <a:ext uri="{FF2B5EF4-FFF2-40B4-BE49-F238E27FC236}">
                <a16:creationId xmlns:a16="http://schemas.microsoft.com/office/drawing/2014/main" id="{9C057B77-82B0-46DD-E7BE-2FC35820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122" y="1345564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2" name="任意多边形: 形状 151">
            <a:extLst xmlns:a="http://schemas.openxmlformats.org/drawingml/2006/main">
              <a:ext uri="{FF2B5EF4-FFF2-40B4-BE49-F238E27FC236}">
                <a16:creationId xmlns:a16="http://schemas.microsoft.com/office/drawing/2014/main" id="{B0E0E50A-87E0-3247-10CF-2D85E519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289" y="1341119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3" name="任意多边形: 形状 152">
            <a:extLst xmlns:a="http://schemas.openxmlformats.org/drawingml/2006/main">
              <a:ext uri="{FF2B5EF4-FFF2-40B4-BE49-F238E27FC236}">
                <a16:creationId xmlns:a16="http://schemas.microsoft.com/office/drawing/2014/main" id="{93C4E985-E294-8BC1-1D32-53C2954C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7778" y="1317497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4" name="任意多边形: 形状 153">
            <a:extLst xmlns:a="http://schemas.openxmlformats.org/drawingml/2006/main">
              <a:ext uri="{FF2B5EF4-FFF2-40B4-BE49-F238E27FC236}">
                <a16:creationId xmlns:a16="http://schemas.microsoft.com/office/drawing/2014/main" id="{2A55D009-C75A-DEB4-7087-F0F9797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1940" y="12486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5" name="任意多边形: 形状 154">
            <a:extLst xmlns:a="http://schemas.openxmlformats.org/drawingml/2006/main">
              <a:ext uri="{FF2B5EF4-FFF2-40B4-BE49-F238E27FC236}">
                <a16:creationId xmlns:a16="http://schemas.microsoft.com/office/drawing/2014/main" id="{43E117F5-952B-8586-8494-351599B2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732" y="1224152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6" name="任意多边形: 形状 155">
            <a:extLst xmlns:a="http://schemas.openxmlformats.org/drawingml/2006/main">
              <a:ext uri="{FF2B5EF4-FFF2-40B4-BE49-F238E27FC236}">
                <a16:creationId xmlns:a16="http://schemas.microsoft.com/office/drawing/2014/main" id="{5F0D5CDD-DCC5-17FC-1308-656E2614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189" y="1258315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7" name="任意多边形: 形状 156">
            <a:extLst xmlns:a="http://schemas.openxmlformats.org/drawingml/2006/main">
              <a:ext uri="{FF2B5EF4-FFF2-40B4-BE49-F238E27FC236}">
                <a16:creationId xmlns:a16="http://schemas.microsoft.com/office/drawing/2014/main" id="{AFF89A79-D592-9E31-0662-E9CAC600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190" y="1317979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8" name="任意多边形: 形状 157">
            <a:extLst xmlns:a="http://schemas.openxmlformats.org/drawingml/2006/main">
              <a:ext uri="{FF2B5EF4-FFF2-40B4-BE49-F238E27FC236}">
                <a16:creationId xmlns:a16="http://schemas.microsoft.com/office/drawing/2014/main" id="{AB8CDA16-AEF2-A1C9-3747-FC5737A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4745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9" name="任意多边形: 形状 158">
            <a:extLst xmlns:a="http://schemas.openxmlformats.org/drawingml/2006/main">
              <a:ext uri="{FF2B5EF4-FFF2-40B4-BE49-F238E27FC236}">
                <a16:creationId xmlns:a16="http://schemas.microsoft.com/office/drawing/2014/main" id="{FE7E7F51-1AFC-AE36-0338-B4A11EF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3397" y="1177162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1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1" y="295910"/>
                  <a:pt x="463423" y="295910"/>
                </a:cubicBezTo>
                <a:lnTo>
                  <a:pt x="24765" y="295910"/>
                </a:lnTo>
                <a:cubicBezTo>
                  <a:pt x="11088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8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1" name="任意多边形: 形状 160">
            <a:extLst xmlns:a="http://schemas.openxmlformats.org/drawingml/2006/main">
              <a:ext uri="{FF2B5EF4-FFF2-40B4-BE49-F238E27FC236}">
                <a16:creationId xmlns:a16="http://schemas.microsoft.com/office/drawing/2014/main" id="{ACAACFD5-5C13-4552-FE54-E93E5E2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1206" y="1100581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1" y="762635"/>
                  <a:pt x="604647" y="762635"/>
                </a:cubicBezTo>
                <a:lnTo>
                  <a:pt x="57785" y="762635"/>
                </a:lnTo>
                <a:cubicBezTo>
                  <a:pt x="25872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2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3" name="任意多边形: 形状 162">
            <a:extLst xmlns:a="http://schemas.openxmlformats.org/drawingml/2006/main">
              <a:ext uri="{FF2B5EF4-FFF2-40B4-BE49-F238E27FC236}">
                <a16:creationId xmlns:a16="http://schemas.microsoft.com/office/drawing/2014/main" id="{38209C49-BEF1-CF75-5E3E-30E56EC1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109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4" name="任意多边形: 形状 163">
            <a:extLst xmlns:a="http://schemas.openxmlformats.org/drawingml/2006/main">
              <a:ext uri="{FF2B5EF4-FFF2-40B4-BE49-F238E27FC236}">
                <a16:creationId xmlns:a16="http://schemas.microsoft.com/office/drawing/2014/main" id="{E43A8B73-2965-EDDA-EC05-5CD55F0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103" y="1303146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6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6" name="任意多边形: 形状 165">
            <a:extLst xmlns:a="http://schemas.openxmlformats.org/drawingml/2006/main">
              <a:ext uri="{FF2B5EF4-FFF2-40B4-BE49-F238E27FC236}">
                <a16:creationId xmlns:a16="http://schemas.microsoft.com/office/drawing/2014/main" id="{D5205E8F-BAFA-3089-A347-EB6DEFC0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8851" y="1345564"/>
            <a:ext cx="13232" cy="78994"/>
          </a:xfrm>
          <a:custGeom xmlns:a="http://schemas.openxmlformats.org/drawingml/2006/main">
            <a:rect l="l" t="t" r="r" b="b"/>
            <a:pathLst>
              <a:path w="13232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7" name="任意多边形: 形状 166">
            <a:extLst xmlns:a="http://schemas.openxmlformats.org/drawingml/2006/main">
              <a:ext uri="{FF2B5EF4-FFF2-40B4-BE49-F238E27FC236}">
                <a16:creationId xmlns:a16="http://schemas.microsoft.com/office/drawing/2014/main" id="{BDA1B67D-F323-0E00-7178-502F0B40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0017" y="1341119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8" name="任意多边形: 形状 167">
            <a:extLst xmlns:a="http://schemas.openxmlformats.org/drawingml/2006/main">
              <a:ext uri="{FF2B5EF4-FFF2-40B4-BE49-F238E27FC236}">
                <a16:creationId xmlns:a16="http://schemas.microsoft.com/office/drawing/2014/main" id="{9431485E-5961-0F96-AD9D-10CC524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506" y="1317497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9" name="任意多边形: 形状 168">
            <a:extLst xmlns:a="http://schemas.openxmlformats.org/drawingml/2006/main">
              <a:ext uri="{FF2B5EF4-FFF2-40B4-BE49-F238E27FC236}">
                <a16:creationId xmlns:a16="http://schemas.microsoft.com/office/drawing/2014/main" id="{BFD94079-FD06-89A4-10BC-D4A31C8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9668" y="12486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6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0" name="任意多边形: 形状 169">
            <a:extLst xmlns:a="http://schemas.openxmlformats.org/drawingml/2006/main">
              <a:ext uri="{FF2B5EF4-FFF2-40B4-BE49-F238E27FC236}">
                <a16:creationId xmlns:a16="http://schemas.microsoft.com/office/drawing/2014/main" id="{197BC32B-D4FE-018A-2A29-12E21F3A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460" y="1224152"/>
            <a:ext cx="13232" cy="78994"/>
          </a:xfrm>
          <a:custGeom xmlns:a="http://schemas.openxmlformats.org/drawingml/2006/main">
            <a:rect l="l" t="t" r="r" b="b"/>
            <a:pathLst>
              <a:path w="13232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1" name="任意多边形: 形状 170">
            <a:extLst xmlns:a="http://schemas.openxmlformats.org/drawingml/2006/main">
              <a:ext uri="{FF2B5EF4-FFF2-40B4-BE49-F238E27FC236}">
                <a16:creationId xmlns:a16="http://schemas.microsoft.com/office/drawing/2014/main" id="{A10B2A57-376B-715D-76DC-77234A6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043" y="1258315"/>
            <a:ext cx="62484" cy="49275"/>
          </a:xfrm>
          <a:custGeom xmlns:a="http://schemas.openxmlformats.org/drawingml/2006/main">
            <a:rect l="l" t="t" r="r" b="b"/>
            <a:pathLst>
              <a:path w="62484" h="49275">
                <a:moveTo>
                  <a:pt x="0" y="49276"/>
                </a:moveTo>
                <a:cubicBezTo>
                  <a:pt x="0" y="49276"/>
                  <a:pt x="23495" y="6985"/>
                  <a:pt x="6248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2" name="任意多边形: 形状 171">
            <a:extLst xmlns:a="http://schemas.openxmlformats.org/drawingml/2006/main">
              <a:ext uri="{FF2B5EF4-FFF2-40B4-BE49-F238E27FC236}">
                <a16:creationId xmlns:a16="http://schemas.microsoft.com/office/drawing/2014/main" id="{C45652E2-1082-CE9E-27C1-021EF7C8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6918" y="1317979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3" name="任意多边形: 形状 172">
            <a:extLst xmlns:a="http://schemas.openxmlformats.org/drawingml/2006/main">
              <a:ext uri="{FF2B5EF4-FFF2-40B4-BE49-F238E27FC236}">
                <a16:creationId xmlns:a16="http://schemas.microsoft.com/office/drawing/2014/main" id="{FECDD467-E174-92A5-79B8-3E75651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472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5" name="任意多边形: 形状 174">
            <a:extLst xmlns:a="http://schemas.openxmlformats.org/drawingml/2006/main">
              <a:ext uri="{FF2B5EF4-FFF2-40B4-BE49-F238E27FC236}">
                <a16:creationId xmlns:a16="http://schemas.microsoft.com/office/drawing/2014/main" id="{98B08CFA-C73E-DC6C-93F1-58A6240F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343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1" y="203708"/>
                  <a:pt x="0" y="158106"/>
                  <a:pt x="0" y="101854"/>
                </a:cubicBezTo>
                <a:cubicBezTo>
                  <a:pt x="0" y="45602"/>
                  <a:pt x="45601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6" name="任意多边形: 形状 175">
            <a:extLst xmlns:a="http://schemas.openxmlformats.org/drawingml/2006/main">
              <a:ext uri="{FF2B5EF4-FFF2-40B4-BE49-F238E27FC236}">
                <a16:creationId xmlns:a16="http://schemas.microsoft.com/office/drawing/2014/main" id="{2865E207-6D1B-9342-46CA-B32BF4A0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4337" y="1303146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8" name="任意多边形: 形状 177">
            <a:extLst xmlns:a="http://schemas.openxmlformats.org/drawingml/2006/main">
              <a:ext uri="{FF2B5EF4-FFF2-40B4-BE49-F238E27FC236}">
                <a16:creationId xmlns:a16="http://schemas.microsoft.com/office/drawing/2014/main" id="{073DF7C2-9079-5142-81A3-09536F23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0084" y="1345564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9" name="任意多边形: 形状 178">
            <a:extLst xmlns:a="http://schemas.openxmlformats.org/drawingml/2006/main">
              <a:ext uri="{FF2B5EF4-FFF2-40B4-BE49-F238E27FC236}">
                <a16:creationId xmlns:a16="http://schemas.microsoft.com/office/drawing/2014/main" id="{B9AD92DB-A20C-E61F-9D3D-4AC45CE0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1251" y="1341119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0" name="任意多边形: 形状 179">
            <a:extLst xmlns:a="http://schemas.openxmlformats.org/drawingml/2006/main">
              <a:ext uri="{FF2B5EF4-FFF2-40B4-BE49-F238E27FC236}">
                <a16:creationId xmlns:a16="http://schemas.microsoft.com/office/drawing/2014/main" id="{1C16911E-F445-939B-7361-BB6D97B5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740" y="1317497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1" name="任意多边形: 形状 180">
            <a:extLst xmlns:a="http://schemas.openxmlformats.org/drawingml/2006/main">
              <a:ext uri="{FF2B5EF4-FFF2-40B4-BE49-F238E27FC236}">
                <a16:creationId xmlns:a16="http://schemas.microsoft.com/office/drawing/2014/main" id="{2137B623-36F1-7747-86A4-E9E61536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0903" y="12486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2" name="任意多边形: 形状 181">
            <a:extLst xmlns:a="http://schemas.openxmlformats.org/drawingml/2006/main">
              <a:ext uri="{FF2B5EF4-FFF2-40B4-BE49-F238E27FC236}">
                <a16:creationId xmlns:a16="http://schemas.microsoft.com/office/drawing/2014/main" id="{77C5BF17-4B80-3397-3577-DD4E3E18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0694" y="1224152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3" name="任意多边形: 形状 182">
            <a:extLst xmlns:a="http://schemas.openxmlformats.org/drawingml/2006/main">
              <a:ext uri="{FF2B5EF4-FFF2-40B4-BE49-F238E27FC236}">
                <a16:creationId xmlns:a16="http://schemas.microsoft.com/office/drawing/2014/main" id="{7EFE0B4F-381C-15E1-2FA1-4D92342B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0278" y="1258315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4" name="任意多边形: 形状 183">
            <a:extLst xmlns:a="http://schemas.openxmlformats.org/drawingml/2006/main">
              <a:ext uri="{FF2B5EF4-FFF2-40B4-BE49-F238E27FC236}">
                <a16:creationId xmlns:a16="http://schemas.microsoft.com/office/drawing/2014/main" id="{D4792A04-A070-8C98-0F9A-9CDE9578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152" y="1317979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5" name="任意多边形: 形状 184">
            <a:extLst xmlns:a="http://schemas.openxmlformats.org/drawingml/2006/main">
              <a:ext uri="{FF2B5EF4-FFF2-40B4-BE49-F238E27FC236}">
                <a16:creationId xmlns:a16="http://schemas.microsoft.com/office/drawing/2014/main" id="{8EA60892-41D8-4053-E27B-D7FFE0FB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706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6" name="任意多边形: 形状 185">
            <a:extLst xmlns:a="http://schemas.openxmlformats.org/drawingml/2006/main">
              <a:ext uri="{FF2B5EF4-FFF2-40B4-BE49-F238E27FC236}">
                <a16:creationId xmlns:a16="http://schemas.microsoft.com/office/drawing/2014/main" id="{BAB63554-4A83-E03D-2A1B-7EF49116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2358" y="1177162"/>
            <a:ext cx="488187" cy="295910"/>
          </a:xfrm>
          <a:custGeom xmlns:a="http://schemas.openxmlformats.org/drawingml/2006/main">
            <a:rect l="l" t="t" r="r" b="b"/>
            <a:pathLst>
              <a:path w="488187" h="295910">
                <a:moveTo>
                  <a:pt x="463423" y="0"/>
                </a:moveTo>
                <a:cubicBezTo>
                  <a:pt x="477100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0" y="295910"/>
                  <a:pt x="463423" y="295910"/>
                </a:cubicBezTo>
                <a:lnTo>
                  <a:pt x="24765" y="295910"/>
                </a:lnTo>
                <a:cubicBezTo>
                  <a:pt x="11087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7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8" name="任意多边形: 形状 187">
            <a:extLst xmlns:a="http://schemas.openxmlformats.org/drawingml/2006/main">
              <a:ext uri="{FF2B5EF4-FFF2-40B4-BE49-F238E27FC236}">
                <a16:creationId xmlns:a16="http://schemas.microsoft.com/office/drawing/2014/main" id="{58CF4528-2507-30BD-8B62-8257845A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0168" y="1100581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1" y="762635"/>
                  <a:pt x="604647" y="762635"/>
                </a:cubicBezTo>
                <a:lnTo>
                  <a:pt x="57785" y="762635"/>
                </a:lnTo>
                <a:cubicBezTo>
                  <a:pt x="25872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2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0" name="任意多边形: 形状 189">
            <a:extLst xmlns:a="http://schemas.openxmlformats.org/drawingml/2006/main">
              <a:ext uri="{FF2B5EF4-FFF2-40B4-BE49-F238E27FC236}">
                <a16:creationId xmlns:a16="http://schemas.microsoft.com/office/drawing/2014/main" id="{4505D81E-5B41-DAAE-DBD3-BEE035BD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071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1" name="任意多边形: 形状 190">
            <a:extLst xmlns:a="http://schemas.openxmlformats.org/drawingml/2006/main">
              <a:ext uri="{FF2B5EF4-FFF2-40B4-BE49-F238E27FC236}">
                <a16:creationId xmlns:a16="http://schemas.microsoft.com/office/drawing/2014/main" id="{7B60587F-000E-919C-F46D-9D230262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2065" y="1303146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6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3" name="任意多边形: 形状 192">
            <a:extLst xmlns:a="http://schemas.openxmlformats.org/drawingml/2006/main">
              <a:ext uri="{FF2B5EF4-FFF2-40B4-BE49-F238E27FC236}">
                <a16:creationId xmlns:a16="http://schemas.microsoft.com/office/drawing/2014/main" id="{CC675A9D-0A9E-FE4E-3D0A-E58BF298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7813" y="1345564"/>
            <a:ext cx="13232" cy="78994"/>
          </a:xfrm>
          <a:custGeom xmlns:a="http://schemas.openxmlformats.org/drawingml/2006/main">
            <a:rect l="l" t="t" r="r" b="b"/>
            <a:pathLst>
              <a:path w="13232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4" name="任意多边形: 形状 193">
            <a:extLst xmlns:a="http://schemas.openxmlformats.org/drawingml/2006/main">
              <a:ext uri="{FF2B5EF4-FFF2-40B4-BE49-F238E27FC236}">
                <a16:creationId xmlns:a16="http://schemas.microsoft.com/office/drawing/2014/main" id="{8381D20E-EBB6-6969-97AE-849CC05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8979" y="1341119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5" name="任意多边形: 形状 194">
            <a:extLst xmlns:a="http://schemas.openxmlformats.org/drawingml/2006/main">
              <a:ext uri="{FF2B5EF4-FFF2-40B4-BE49-F238E27FC236}">
                <a16:creationId xmlns:a16="http://schemas.microsoft.com/office/drawing/2014/main" id="{4B5406A2-0DA6-93F2-608E-194E3488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4468" y="1317497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6" name="任意多边形: 形状 195">
            <a:extLst xmlns:a="http://schemas.openxmlformats.org/drawingml/2006/main">
              <a:ext uri="{FF2B5EF4-FFF2-40B4-BE49-F238E27FC236}">
                <a16:creationId xmlns:a16="http://schemas.microsoft.com/office/drawing/2014/main" id="{38DBD56D-4FAF-1A16-9BC9-379EE594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8631" y="1248663"/>
            <a:ext cx="49275" cy="62483"/>
          </a:xfrm>
          <a:custGeom xmlns:a="http://schemas.openxmlformats.org/drawingml/2006/main">
            <a:rect l="l" t="t" r="r" b="b"/>
            <a:pathLst>
              <a:path w="49275" h="62483">
                <a:moveTo>
                  <a:pt x="49275" y="62484"/>
                </a:moveTo>
                <a:cubicBezTo>
                  <a:pt x="49275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7" name="任意多边形: 形状 196">
            <a:extLst xmlns:a="http://schemas.openxmlformats.org/drawingml/2006/main">
              <a:ext uri="{FF2B5EF4-FFF2-40B4-BE49-F238E27FC236}">
                <a16:creationId xmlns:a16="http://schemas.microsoft.com/office/drawing/2014/main" id="{B9ADFAEF-6086-6882-FC41-BC69233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422" y="1224152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8" name="任意多边形: 形状 197">
            <a:extLst xmlns:a="http://schemas.openxmlformats.org/drawingml/2006/main">
              <a:ext uri="{FF2B5EF4-FFF2-40B4-BE49-F238E27FC236}">
                <a16:creationId xmlns:a16="http://schemas.microsoft.com/office/drawing/2014/main" id="{2C7F5B21-A6BD-B75C-4D3A-F433F4D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8006" y="1258315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9" name="任意多边形: 形状 198">
            <a:extLst xmlns:a="http://schemas.openxmlformats.org/drawingml/2006/main">
              <a:ext uri="{FF2B5EF4-FFF2-40B4-BE49-F238E27FC236}">
                <a16:creationId xmlns:a16="http://schemas.microsoft.com/office/drawing/2014/main" id="{C75E5FF3-5A99-CB31-1FF0-E7C31B7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880" y="1317979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0" name="任意多边形: 形状 199">
            <a:extLst xmlns:a="http://schemas.openxmlformats.org/drawingml/2006/main">
              <a:ext uri="{FF2B5EF4-FFF2-40B4-BE49-F238E27FC236}">
                <a16:creationId xmlns:a16="http://schemas.microsoft.com/office/drawing/2014/main" id="{C413B301-CB68-CE76-867B-82DD260D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1561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2" name="任意多边形: 形状 201">
            <a:extLst xmlns:a="http://schemas.openxmlformats.org/drawingml/2006/main">
              <a:ext uri="{FF2B5EF4-FFF2-40B4-BE49-F238E27FC236}">
                <a16:creationId xmlns:a16="http://schemas.microsoft.com/office/drawing/2014/main" id="{2C10176C-CA4F-5311-9F49-B3055B3A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4305" y="1224152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1" y="203708"/>
                  <a:pt x="0" y="158106"/>
                  <a:pt x="0" y="101854"/>
                </a:cubicBezTo>
                <a:cubicBezTo>
                  <a:pt x="0" y="45602"/>
                  <a:pt x="45601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3" name="任意多边形: 形状 202">
            <a:extLst xmlns:a="http://schemas.openxmlformats.org/drawingml/2006/main">
              <a:ext uri="{FF2B5EF4-FFF2-40B4-BE49-F238E27FC236}">
                <a16:creationId xmlns:a16="http://schemas.microsoft.com/office/drawing/2014/main" id="{E1DC5A19-B8F3-A43E-EFAB-69E9248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3299" y="1303146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5" name="任意多边形: 形状 204">
            <a:extLst xmlns:a="http://schemas.openxmlformats.org/drawingml/2006/main">
              <a:ext uri="{FF2B5EF4-FFF2-40B4-BE49-F238E27FC236}">
                <a16:creationId xmlns:a16="http://schemas.microsoft.com/office/drawing/2014/main" id="{F46310C6-2EB5-1DC7-382A-26E950A4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046" y="1345564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6" name="任意多边形: 形状 205">
            <a:extLst xmlns:a="http://schemas.openxmlformats.org/drawingml/2006/main">
              <a:ext uri="{FF2B5EF4-FFF2-40B4-BE49-F238E27FC236}">
                <a16:creationId xmlns:a16="http://schemas.microsoft.com/office/drawing/2014/main" id="{4DD9FB58-6342-9C25-8F2A-F5A9F846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213" y="1341119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7" name="任意多边形: 形状 206">
            <a:extLst xmlns:a="http://schemas.openxmlformats.org/drawingml/2006/main">
              <a:ext uri="{FF2B5EF4-FFF2-40B4-BE49-F238E27FC236}">
                <a16:creationId xmlns:a16="http://schemas.microsoft.com/office/drawing/2014/main" id="{4F35F71B-64BD-7071-BF84-2641246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5702" y="1317497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8" name="任意多边形: 形状 207">
            <a:extLst xmlns:a="http://schemas.openxmlformats.org/drawingml/2006/main">
              <a:ext uri="{FF2B5EF4-FFF2-40B4-BE49-F238E27FC236}">
                <a16:creationId xmlns:a16="http://schemas.microsoft.com/office/drawing/2014/main" id="{EF803DD7-8AFB-3872-7520-55E23BF4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9865" y="12486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9" name="任意多边形: 形状 208">
            <a:extLst xmlns:a="http://schemas.openxmlformats.org/drawingml/2006/main">
              <a:ext uri="{FF2B5EF4-FFF2-40B4-BE49-F238E27FC236}">
                <a16:creationId xmlns:a16="http://schemas.microsoft.com/office/drawing/2014/main" id="{C084625C-088C-5287-1E73-6388DAA0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656" y="1224152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0" name="任意多边形: 形状 209">
            <a:extLst xmlns:a="http://schemas.openxmlformats.org/drawingml/2006/main">
              <a:ext uri="{FF2B5EF4-FFF2-40B4-BE49-F238E27FC236}">
                <a16:creationId xmlns:a16="http://schemas.microsoft.com/office/drawing/2014/main" id="{9A5AF185-0CED-A3C4-4C87-3A5BB59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9240" y="1258315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1" name="任意多边形: 形状 210">
            <a:extLst xmlns:a="http://schemas.openxmlformats.org/drawingml/2006/main">
              <a:ext uri="{FF2B5EF4-FFF2-40B4-BE49-F238E27FC236}">
                <a16:creationId xmlns:a16="http://schemas.microsoft.com/office/drawing/2014/main" id="{36BD6370-2A91-2965-81F9-CDFDE92B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241" y="1317979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2" name="任意多边形: 形状 211">
            <a:extLst xmlns:a="http://schemas.openxmlformats.org/drawingml/2006/main">
              <a:ext uri="{FF2B5EF4-FFF2-40B4-BE49-F238E27FC236}">
                <a16:creationId xmlns:a16="http://schemas.microsoft.com/office/drawing/2014/main" id="{1D80F9E8-FE3A-3BED-B831-88D5C2F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795" y="1337563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3" name="任意多边形: 形状 212">
            <a:extLst xmlns:a="http://schemas.openxmlformats.org/drawingml/2006/main">
              <a:ext uri="{FF2B5EF4-FFF2-40B4-BE49-F238E27FC236}">
                <a16:creationId xmlns:a16="http://schemas.microsoft.com/office/drawing/2014/main" id="{0DF03F6B-1914-8321-05F7-AD3EF78A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321" y="1177162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0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0" y="295910"/>
                  <a:pt x="463423" y="295910"/>
                </a:cubicBezTo>
                <a:lnTo>
                  <a:pt x="24765" y="295910"/>
                </a:lnTo>
                <a:cubicBezTo>
                  <a:pt x="11087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7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6" name="任意多边形: 形状 215">
            <a:extLst xmlns:a="http://schemas.openxmlformats.org/drawingml/2006/main">
              <a:ext uri="{FF2B5EF4-FFF2-40B4-BE49-F238E27FC236}">
                <a16:creationId xmlns:a16="http://schemas.microsoft.com/office/drawing/2014/main" id="{C685C896-DAA0-C7C3-AEC2-4EBFDB12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1532" y="2111628"/>
            <a:ext cx="662432" cy="762635"/>
          </a:xfrm>
          <a:custGeom xmlns:a="http://schemas.openxmlformats.org/drawingml/2006/main">
            <a:rect l="l" t="t" r="r" b="b"/>
            <a:pathLst>
              <a:path w="662432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0" y="762635"/>
                  <a:pt x="604647" y="762635"/>
                </a:cubicBezTo>
                <a:lnTo>
                  <a:pt x="57785" y="762635"/>
                </a:lnTo>
                <a:cubicBezTo>
                  <a:pt x="25871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1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1" name="任意多边形: 形状 220">
            <a:extLst xmlns:a="http://schemas.openxmlformats.org/drawingml/2006/main">
              <a:ext uri="{FF2B5EF4-FFF2-40B4-BE49-F238E27FC236}">
                <a16:creationId xmlns:a16="http://schemas.microsoft.com/office/drawing/2014/main" id="{84654DF8-A332-79CE-2A5C-7BF7A74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4435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2" name="任意多边形: 形状 221">
            <a:extLst xmlns:a="http://schemas.openxmlformats.org/drawingml/2006/main">
              <a:ext uri="{FF2B5EF4-FFF2-40B4-BE49-F238E27FC236}">
                <a16:creationId xmlns:a16="http://schemas.microsoft.com/office/drawing/2014/main" id="{9EB8DE55-8901-ED25-33FC-BB657BD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3429" y="2314320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4" name="任意多边形: 形状 223">
            <a:extLst xmlns:a="http://schemas.openxmlformats.org/drawingml/2006/main">
              <a:ext uri="{FF2B5EF4-FFF2-40B4-BE49-F238E27FC236}">
                <a16:creationId xmlns:a16="http://schemas.microsoft.com/office/drawing/2014/main" id="{DFC73835-96D7-FD17-73BF-654B0AE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177" y="2356611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5" name="任意多边形: 形状 224">
            <a:extLst xmlns:a="http://schemas.openxmlformats.org/drawingml/2006/main">
              <a:ext uri="{FF2B5EF4-FFF2-40B4-BE49-F238E27FC236}">
                <a16:creationId xmlns:a16="http://schemas.microsoft.com/office/drawing/2014/main" id="{CE5B7C72-9E7C-CC0B-0A78-24CA2D9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342" y="2352166"/>
            <a:ext cx="62484" cy="49275"/>
          </a:xfrm>
          <a:custGeom xmlns:a="http://schemas.openxmlformats.org/drawingml/2006/main">
            <a:rect l="l" t="t" r="r" b="b"/>
            <a:pathLst>
              <a:path w="62484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6" name="任意多边形: 形状 225">
            <a:extLst xmlns:a="http://schemas.openxmlformats.org/drawingml/2006/main">
              <a:ext uri="{FF2B5EF4-FFF2-40B4-BE49-F238E27FC236}">
                <a16:creationId xmlns:a16="http://schemas.microsoft.com/office/drawing/2014/main" id="{930CDC1A-D2BC-CCA5-526B-CED2567D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5832" y="2328544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7" name="任意多边形: 形状 226">
            <a:extLst xmlns:a="http://schemas.openxmlformats.org/drawingml/2006/main">
              <a:ext uri="{FF2B5EF4-FFF2-40B4-BE49-F238E27FC236}">
                <a16:creationId xmlns:a16="http://schemas.microsoft.com/office/drawing/2014/main" id="{40EFAC33-574A-D063-EC68-5DB9D26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9995" y="2259710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8" name="任意多边形: 形状 227">
            <a:extLst xmlns:a="http://schemas.openxmlformats.org/drawingml/2006/main">
              <a:ext uri="{FF2B5EF4-FFF2-40B4-BE49-F238E27FC236}">
                <a16:creationId xmlns:a16="http://schemas.microsoft.com/office/drawing/2014/main" id="{DB2E7852-DBAE-4BA6-391B-1DBBDE06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786" y="2235199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9" name="任意多边形: 形状 228">
            <a:extLst xmlns:a="http://schemas.openxmlformats.org/drawingml/2006/main">
              <a:ext uri="{FF2B5EF4-FFF2-40B4-BE49-F238E27FC236}">
                <a16:creationId xmlns:a16="http://schemas.microsoft.com/office/drawing/2014/main" id="{B4537731-2DB5-7E3A-431E-55F765F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9370" y="2269362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0" name="任意多边形: 形状 229">
            <a:extLst xmlns:a="http://schemas.openxmlformats.org/drawingml/2006/main">
              <a:ext uri="{FF2B5EF4-FFF2-40B4-BE49-F238E27FC236}">
                <a16:creationId xmlns:a16="http://schemas.microsoft.com/office/drawing/2014/main" id="{A134725A-5905-DE0F-7A71-E4AA6C10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7244" y="2329154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1" name="任意多边形: 形状 230">
            <a:extLst xmlns:a="http://schemas.openxmlformats.org/drawingml/2006/main">
              <a:ext uri="{FF2B5EF4-FFF2-40B4-BE49-F238E27FC236}">
                <a16:creationId xmlns:a16="http://schemas.microsoft.com/office/drawing/2014/main" id="{59A0CFB7-698B-6521-4C79-06502A88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2798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4" name="任意多边形: 形状 233">
            <a:extLst xmlns:a="http://schemas.openxmlformats.org/drawingml/2006/main">
              <a:ext uri="{FF2B5EF4-FFF2-40B4-BE49-F238E27FC236}">
                <a16:creationId xmlns:a16="http://schemas.microsoft.com/office/drawing/2014/main" id="{AF429D3D-BB47-04FE-63CF-9318B754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669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7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7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5" name="任意多边形: 形状 234">
            <a:extLst xmlns:a="http://schemas.openxmlformats.org/drawingml/2006/main">
              <a:ext uri="{FF2B5EF4-FFF2-40B4-BE49-F238E27FC236}">
                <a16:creationId xmlns:a16="http://schemas.microsoft.com/office/drawing/2014/main" id="{C806744E-0C49-BB35-2D5E-91ECA4BF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4663" y="2314320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7" name="任意多边形: 形状 236">
            <a:extLst xmlns:a="http://schemas.openxmlformats.org/drawingml/2006/main">
              <a:ext uri="{FF2B5EF4-FFF2-40B4-BE49-F238E27FC236}">
                <a16:creationId xmlns:a16="http://schemas.microsoft.com/office/drawing/2014/main" id="{663235A9-CD2D-6E90-58FE-107118A2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0410" y="2356611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8" name="任意多边形: 形状 237">
            <a:extLst xmlns:a="http://schemas.openxmlformats.org/drawingml/2006/main">
              <a:ext uri="{FF2B5EF4-FFF2-40B4-BE49-F238E27FC236}">
                <a16:creationId xmlns:a16="http://schemas.microsoft.com/office/drawing/2014/main" id="{11744F03-4194-9490-3296-41F5AE38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1577" y="2352166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9" name="任意多边形: 形状 238">
            <a:extLst xmlns:a="http://schemas.openxmlformats.org/drawingml/2006/main">
              <a:ext uri="{FF2B5EF4-FFF2-40B4-BE49-F238E27FC236}">
                <a16:creationId xmlns:a16="http://schemas.microsoft.com/office/drawing/2014/main" id="{DAC1BFC1-F57F-4798-08BC-36D4A53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065" y="2328544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0" name="任意多边形: 形状 239">
            <a:extLst xmlns:a="http://schemas.openxmlformats.org/drawingml/2006/main">
              <a:ext uri="{FF2B5EF4-FFF2-40B4-BE49-F238E27FC236}">
                <a16:creationId xmlns:a16="http://schemas.microsoft.com/office/drawing/2014/main" id="{8C602E53-00AD-3F87-AB28-E6DBC41E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1228" y="2259710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1" name="任意多边形: 形状 240">
            <a:extLst xmlns:a="http://schemas.openxmlformats.org/drawingml/2006/main">
              <a:ext uri="{FF2B5EF4-FFF2-40B4-BE49-F238E27FC236}">
                <a16:creationId xmlns:a16="http://schemas.microsoft.com/office/drawing/2014/main" id="{3709C11C-258E-B6F1-0907-D49F85C0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1020" y="2235199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2" name="任意多边形: 形状 241">
            <a:extLst xmlns:a="http://schemas.openxmlformats.org/drawingml/2006/main">
              <a:ext uri="{FF2B5EF4-FFF2-40B4-BE49-F238E27FC236}">
                <a16:creationId xmlns:a16="http://schemas.microsoft.com/office/drawing/2014/main" id="{DD86125D-1ECC-5D39-EA97-DC219183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0477" y="2269362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3" name="任意多边形: 形状 242">
            <a:extLst xmlns:a="http://schemas.openxmlformats.org/drawingml/2006/main">
              <a:ext uri="{FF2B5EF4-FFF2-40B4-BE49-F238E27FC236}">
                <a16:creationId xmlns:a16="http://schemas.microsoft.com/office/drawing/2014/main" id="{63C5F75B-9936-57AA-3BD0-7DEAAACE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8478" y="232915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4" name="任意多边形: 形状 243">
            <a:extLst xmlns:a="http://schemas.openxmlformats.org/drawingml/2006/main">
              <a:ext uri="{FF2B5EF4-FFF2-40B4-BE49-F238E27FC236}">
                <a16:creationId xmlns:a16="http://schemas.microsoft.com/office/drawing/2014/main" id="{21E23ABD-91D2-75B2-8995-A878CA1D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033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5" name="任意多边形: 形状 244">
            <a:extLst xmlns:a="http://schemas.openxmlformats.org/drawingml/2006/main">
              <a:ext uri="{FF2B5EF4-FFF2-40B4-BE49-F238E27FC236}">
                <a16:creationId xmlns:a16="http://schemas.microsoft.com/office/drawing/2014/main" id="{88B8F212-E0CD-F005-23B2-7B504B8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685" y="2188336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1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1" y="295910"/>
                  <a:pt x="463423" y="295910"/>
                </a:cubicBezTo>
                <a:lnTo>
                  <a:pt x="24765" y="295910"/>
                </a:lnTo>
                <a:cubicBezTo>
                  <a:pt x="11088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8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7" name="任意多边形: 形状 246">
            <a:extLst xmlns:a="http://schemas.openxmlformats.org/drawingml/2006/main">
              <a:ext uri="{FF2B5EF4-FFF2-40B4-BE49-F238E27FC236}">
                <a16:creationId xmlns:a16="http://schemas.microsoft.com/office/drawing/2014/main" id="{BB5DCED5-406D-15F0-0489-745B280A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244" y="2111628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0" y="762635"/>
                  <a:pt x="604647" y="762635"/>
                </a:cubicBezTo>
                <a:lnTo>
                  <a:pt x="57785" y="762635"/>
                </a:lnTo>
                <a:cubicBezTo>
                  <a:pt x="25871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1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9" name="任意多边形: 形状 248">
            <a:extLst xmlns:a="http://schemas.openxmlformats.org/drawingml/2006/main">
              <a:ext uri="{FF2B5EF4-FFF2-40B4-BE49-F238E27FC236}">
                <a16:creationId xmlns:a16="http://schemas.microsoft.com/office/drawing/2014/main" id="{720659EC-87A4-B0C6-A554-3FA37A4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5147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0" name="任意多边形: 形状 249">
            <a:extLst xmlns:a="http://schemas.openxmlformats.org/drawingml/2006/main">
              <a:ext uri="{FF2B5EF4-FFF2-40B4-BE49-F238E27FC236}">
                <a16:creationId xmlns:a16="http://schemas.microsoft.com/office/drawing/2014/main" id="{E9F1D9D7-36BD-B3F9-7984-0B8C0BAA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141" y="2314320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2" name="任意多边形: 形状 251">
            <a:extLst xmlns:a="http://schemas.openxmlformats.org/drawingml/2006/main">
              <a:ext uri="{FF2B5EF4-FFF2-40B4-BE49-F238E27FC236}">
                <a16:creationId xmlns:a16="http://schemas.microsoft.com/office/drawing/2014/main" id="{A20CE7BE-BAC5-999E-9C79-1F44C717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9889" y="2356738"/>
            <a:ext cx="13233" cy="78993"/>
          </a:xfrm>
          <a:custGeom xmlns:a="http://schemas.openxmlformats.org/drawingml/2006/main">
            <a:rect l="l" t="t" r="r" b="b"/>
            <a:pathLst>
              <a:path w="13233" h="78993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3" name="任意多边形: 形状 252">
            <a:extLst xmlns:a="http://schemas.openxmlformats.org/drawingml/2006/main">
              <a:ext uri="{FF2B5EF4-FFF2-40B4-BE49-F238E27FC236}">
                <a16:creationId xmlns:a16="http://schemas.microsoft.com/office/drawing/2014/main" id="{B3595E1B-BD5D-136D-5E8B-C05201B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1054" y="2352166"/>
            <a:ext cx="62484" cy="49275"/>
          </a:xfrm>
          <a:custGeom xmlns:a="http://schemas.openxmlformats.org/drawingml/2006/main">
            <a:rect l="l" t="t" r="r" b="b"/>
            <a:pathLst>
              <a:path w="62484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4" name="任意多边形: 形状 253">
            <a:extLst xmlns:a="http://schemas.openxmlformats.org/drawingml/2006/main">
              <a:ext uri="{FF2B5EF4-FFF2-40B4-BE49-F238E27FC236}">
                <a16:creationId xmlns:a16="http://schemas.microsoft.com/office/drawing/2014/main" id="{38B1D750-0A25-F1FF-5849-1E58D4FD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544" y="2328544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5" name="任意多边形: 形状 254">
            <a:extLst xmlns:a="http://schemas.openxmlformats.org/drawingml/2006/main">
              <a:ext uri="{FF2B5EF4-FFF2-40B4-BE49-F238E27FC236}">
                <a16:creationId xmlns:a16="http://schemas.microsoft.com/office/drawing/2014/main" id="{9CCA59B6-5BC4-8393-8EE1-FFDFAC5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0707" y="2259710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6" name="任意多边形: 形状 255">
            <a:extLst xmlns:a="http://schemas.openxmlformats.org/drawingml/2006/main">
              <a:ext uri="{FF2B5EF4-FFF2-40B4-BE49-F238E27FC236}">
                <a16:creationId xmlns:a16="http://schemas.microsoft.com/office/drawing/2014/main" id="{FD1AF9E3-42F1-129A-63E8-A093A19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0498" y="2235199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7" name="任意多边形: 形状 256">
            <a:extLst xmlns:a="http://schemas.openxmlformats.org/drawingml/2006/main">
              <a:ext uri="{FF2B5EF4-FFF2-40B4-BE49-F238E27FC236}">
                <a16:creationId xmlns:a16="http://schemas.microsoft.com/office/drawing/2014/main" id="{2D3750FF-E3A6-BDEF-F31A-2D8E9BED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9954" y="2269362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8" name="任意多边形: 形状 257">
            <a:extLst xmlns:a="http://schemas.openxmlformats.org/drawingml/2006/main">
              <a:ext uri="{FF2B5EF4-FFF2-40B4-BE49-F238E27FC236}">
                <a16:creationId xmlns:a16="http://schemas.microsoft.com/office/drawing/2014/main" id="{D97949AD-E32B-DE23-FC85-F12E1405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7955" y="2329154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9" name="任意多边形: 形状 258">
            <a:extLst xmlns:a="http://schemas.openxmlformats.org/drawingml/2006/main">
              <a:ext uri="{FF2B5EF4-FFF2-40B4-BE49-F238E27FC236}">
                <a16:creationId xmlns:a16="http://schemas.microsoft.com/office/drawing/2014/main" id="{EAB922FC-17BA-A06E-C929-35BC43AF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3510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1" name="任意多边形: 形状 260">
            <a:extLst xmlns:a="http://schemas.openxmlformats.org/drawingml/2006/main">
              <a:ext uri="{FF2B5EF4-FFF2-40B4-BE49-F238E27FC236}">
                <a16:creationId xmlns:a16="http://schemas.microsoft.com/office/drawing/2014/main" id="{19D0FF58-025E-FD9D-101F-C2BB5F8B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381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7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7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2" name="任意多边形: 形状 261">
            <a:extLst xmlns:a="http://schemas.openxmlformats.org/drawingml/2006/main">
              <a:ext uri="{FF2B5EF4-FFF2-40B4-BE49-F238E27FC236}">
                <a16:creationId xmlns:a16="http://schemas.microsoft.com/office/drawing/2014/main" id="{37E23EF6-2F57-876A-9222-B564130E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375" y="2314320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4" name="任意多边形: 形状 263">
            <a:extLst xmlns:a="http://schemas.openxmlformats.org/drawingml/2006/main">
              <a:ext uri="{FF2B5EF4-FFF2-40B4-BE49-F238E27FC236}">
                <a16:creationId xmlns:a16="http://schemas.microsoft.com/office/drawing/2014/main" id="{4FFE9829-1673-AB8E-F043-B7C3907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122" y="2356738"/>
            <a:ext cx="13233" cy="78993"/>
          </a:xfrm>
          <a:custGeom xmlns:a="http://schemas.openxmlformats.org/drawingml/2006/main">
            <a:rect l="l" t="t" r="r" b="b"/>
            <a:pathLst>
              <a:path w="13233" h="78993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5" name="任意多边形: 形状 264">
            <a:extLst xmlns:a="http://schemas.openxmlformats.org/drawingml/2006/main">
              <a:ext uri="{FF2B5EF4-FFF2-40B4-BE49-F238E27FC236}">
                <a16:creationId xmlns:a16="http://schemas.microsoft.com/office/drawing/2014/main" id="{DCFA50DD-4D4E-8B84-1D96-785A6276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289" y="2352166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6" name="任意多边形: 形状 265">
            <a:extLst xmlns:a="http://schemas.openxmlformats.org/drawingml/2006/main">
              <a:ext uri="{FF2B5EF4-FFF2-40B4-BE49-F238E27FC236}">
                <a16:creationId xmlns:a16="http://schemas.microsoft.com/office/drawing/2014/main" id="{41C9D50E-5630-B75A-73A9-C834D7FA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7778" y="232854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7" name="任意多边形: 形状 266">
            <a:extLst xmlns:a="http://schemas.openxmlformats.org/drawingml/2006/main">
              <a:ext uri="{FF2B5EF4-FFF2-40B4-BE49-F238E27FC236}">
                <a16:creationId xmlns:a16="http://schemas.microsoft.com/office/drawing/2014/main" id="{D56B3DCF-154E-6C87-BC90-BC2AB4FC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1940" y="2259710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8" name="任意多边形: 形状 267">
            <a:extLst xmlns:a="http://schemas.openxmlformats.org/drawingml/2006/main">
              <a:ext uri="{FF2B5EF4-FFF2-40B4-BE49-F238E27FC236}">
                <a16:creationId xmlns:a16="http://schemas.microsoft.com/office/drawing/2014/main" id="{5EEE0341-A288-2C0F-F1BE-44179CB7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732" y="2235199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9" name="任意多边形: 形状 268">
            <a:extLst xmlns:a="http://schemas.openxmlformats.org/drawingml/2006/main">
              <a:ext uri="{FF2B5EF4-FFF2-40B4-BE49-F238E27FC236}">
                <a16:creationId xmlns:a16="http://schemas.microsoft.com/office/drawing/2014/main" id="{F21AB454-46ED-1852-C90A-3B34A7E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189" y="2269362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0" name="任意多边形: 形状 269">
            <a:extLst xmlns:a="http://schemas.openxmlformats.org/drawingml/2006/main">
              <a:ext uri="{FF2B5EF4-FFF2-40B4-BE49-F238E27FC236}">
                <a16:creationId xmlns:a16="http://schemas.microsoft.com/office/drawing/2014/main" id="{5F1C4713-ABBE-FAB1-8BEC-4EE9CD7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190" y="2329154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1" name="任意多边形: 形状 270">
            <a:extLst xmlns:a="http://schemas.openxmlformats.org/drawingml/2006/main">
              <a:ext uri="{FF2B5EF4-FFF2-40B4-BE49-F238E27FC236}">
                <a16:creationId xmlns:a16="http://schemas.microsoft.com/office/drawing/2014/main" id="{A5EFCCCD-CA93-E595-E104-5F315AC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4745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2" name="任意多边形: 形状 271">
            <a:extLst xmlns:a="http://schemas.openxmlformats.org/drawingml/2006/main">
              <a:ext uri="{FF2B5EF4-FFF2-40B4-BE49-F238E27FC236}">
                <a16:creationId xmlns:a16="http://schemas.microsoft.com/office/drawing/2014/main" id="{11F691C5-7BE2-C15C-59BF-664DA32D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3397" y="2188336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1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1" y="295910"/>
                  <a:pt x="463423" y="295910"/>
                </a:cubicBezTo>
                <a:lnTo>
                  <a:pt x="24765" y="295910"/>
                </a:lnTo>
                <a:cubicBezTo>
                  <a:pt x="11088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8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4" name="任意多边形: 形状 273">
            <a:extLst xmlns:a="http://schemas.openxmlformats.org/drawingml/2006/main">
              <a:ext uri="{FF2B5EF4-FFF2-40B4-BE49-F238E27FC236}">
                <a16:creationId xmlns:a16="http://schemas.microsoft.com/office/drawing/2014/main" id="{82F0629B-6251-2424-703D-A925DC05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1206" y="2111628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1" y="762635"/>
                  <a:pt x="604647" y="762635"/>
                </a:cubicBezTo>
                <a:lnTo>
                  <a:pt x="57785" y="762635"/>
                </a:lnTo>
                <a:cubicBezTo>
                  <a:pt x="25872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2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6" name="任意多边形: 形状 275">
            <a:extLst xmlns:a="http://schemas.openxmlformats.org/drawingml/2006/main">
              <a:ext uri="{FF2B5EF4-FFF2-40B4-BE49-F238E27FC236}">
                <a16:creationId xmlns:a16="http://schemas.microsoft.com/office/drawing/2014/main" id="{F1314408-2C8B-E999-E4CB-F91970C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109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7" name="任意多边形: 形状 276">
            <a:extLst xmlns:a="http://schemas.openxmlformats.org/drawingml/2006/main">
              <a:ext uri="{FF2B5EF4-FFF2-40B4-BE49-F238E27FC236}">
                <a16:creationId xmlns:a16="http://schemas.microsoft.com/office/drawing/2014/main" id="{87070223-C3A2-6D4F-2653-BFC2FFC3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103" y="2314320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6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9" name="任意多边形: 形状 278">
            <a:extLst xmlns:a="http://schemas.openxmlformats.org/drawingml/2006/main">
              <a:ext uri="{FF2B5EF4-FFF2-40B4-BE49-F238E27FC236}">
                <a16:creationId xmlns:a16="http://schemas.microsoft.com/office/drawing/2014/main" id="{490C27CD-9D1C-A2EE-8606-D2F00215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8851" y="2356738"/>
            <a:ext cx="13232" cy="78993"/>
          </a:xfrm>
          <a:custGeom xmlns:a="http://schemas.openxmlformats.org/drawingml/2006/main">
            <a:rect l="l" t="t" r="r" b="b"/>
            <a:pathLst>
              <a:path w="13232" h="78993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0" name="任意多边形: 形状 279">
            <a:extLst xmlns:a="http://schemas.openxmlformats.org/drawingml/2006/main">
              <a:ext uri="{FF2B5EF4-FFF2-40B4-BE49-F238E27FC236}">
                <a16:creationId xmlns:a16="http://schemas.microsoft.com/office/drawing/2014/main" id="{152FDF40-0343-5EBE-93B3-B904630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0017" y="2352166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1" name="任意多边形: 形状 280">
            <a:extLst xmlns:a="http://schemas.openxmlformats.org/drawingml/2006/main">
              <a:ext uri="{FF2B5EF4-FFF2-40B4-BE49-F238E27FC236}">
                <a16:creationId xmlns:a16="http://schemas.microsoft.com/office/drawing/2014/main" id="{C8BA1A91-1284-ED0C-5BEA-BD0415FF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506" y="232854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2" name="任意多边形: 形状 281">
            <a:extLst xmlns:a="http://schemas.openxmlformats.org/drawingml/2006/main">
              <a:ext uri="{FF2B5EF4-FFF2-40B4-BE49-F238E27FC236}">
                <a16:creationId xmlns:a16="http://schemas.microsoft.com/office/drawing/2014/main" id="{8D320776-993B-00EE-0615-6D7539B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9668" y="2259710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6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3" name="任意多边形: 形状 282">
            <a:extLst xmlns:a="http://schemas.openxmlformats.org/drawingml/2006/main">
              <a:ext uri="{FF2B5EF4-FFF2-40B4-BE49-F238E27FC236}">
                <a16:creationId xmlns:a16="http://schemas.microsoft.com/office/drawing/2014/main" id="{896C2947-1B82-055A-D483-CADEB636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460" y="2235199"/>
            <a:ext cx="13232" cy="78994"/>
          </a:xfrm>
          <a:custGeom xmlns:a="http://schemas.openxmlformats.org/drawingml/2006/main">
            <a:rect l="l" t="t" r="r" b="b"/>
            <a:pathLst>
              <a:path w="13232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4" name="任意多边形: 形状 283">
            <a:extLst xmlns:a="http://schemas.openxmlformats.org/drawingml/2006/main">
              <a:ext uri="{FF2B5EF4-FFF2-40B4-BE49-F238E27FC236}">
                <a16:creationId xmlns:a16="http://schemas.microsoft.com/office/drawing/2014/main" id="{A26F21FB-6C47-EB09-2166-BC950785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043" y="2269362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0" y="49276"/>
                </a:moveTo>
                <a:cubicBezTo>
                  <a:pt x="0" y="49276"/>
                  <a:pt x="23495" y="6985"/>
                  <a:pt x="6248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5" name="任意多边形: 形状 284">
            <a:extLst xmlns:a="http://schemas.openxmlformats.org/drawingml/2006/main">
              <a:ext uri="{FF2B5EF4-FFF2-40B4-BE49-F238E27FC236}">
                <a16:creationId xmlns:a16="http://schemas.microsoft.com/office/drawing/2014/main" id="{2F5AF8F1-0465-6860-C7BD-A04318F8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6918" y="232915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6" name="任意多边形: 形状 285">
            <a:extLst xmlns:a="http://schemas.openxmlformats.org/drawingml/2006/main">
              <a:ext uri="{FF2B5EF4-FFF2-40B4-BE49-F238E27FC236}">
                <a16:creationId xmlns:a16="http://schemas.microsoft.com/office/drawing/2014/main" id="{B97DFD4E-CFD9-BCAA-4A40-7C11A487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472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8" name="任意多边形: 形状 287">
            <a:extLst xmlns:a="http://schemas.openxmlformats.org/drawingml/2006/main">
              <a:ext uri="{FF2B5EF4-FFF2-40B4-BE49-F238E27FC236}">
                <a16:creationId xmlns:a16="http://schemas.microsoft.com/office/drawing/2014/main" id="{C41AEE32-FEF0-3F4E-412A-A6D4A42A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343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1" y="203708"/>
                  <a:pt x="0" y="158106"/>
                  <a:pt x="0" y="101854"/>
                </a:cubicBezTo>
                <a:cubicBezTo>
                  <a:pt x="0" y="45602"/>
                  <a:pt x="45601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9" name="任意多边形: 形状 288">
            <a:extLst xmlns:a="http://schemas.openxmlformats.org/drawingml/2006/main">
              <a:ext uri="{FF2B5EF4-FFF2-40B4-BE49-F238E27FC236}">
                <a16:creationId xmlns:a16="http://schemas.microsoft.com/office/drawing/2014/main" id="{004C2062-300E-D41D-C8D6-8D981B2D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4337" y="2314320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1" name="任意多边形: 形状 290">
            <a:extLst xmlns:a="http://schemas.openxmlformats.org/drawingml/2006/main">
              <a:ext uri="{FF2B5EF4-FFF2-40B4-BE49-F238E27FC236}">
                <a16:creationId xmlns:a16="http://schemas.microsoft.com/office/drawing/2014/main" id="{69E25F1B-0D4E-F6F2-2592-7EA94DBA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0084" y="2356738"/>
            <a:ext cx="13233" cy="78993"/>
          </a:xfrm>
          <a:custGeom xmlns:a="http://schemas.openxmlformats.org/drawingml/2006/main">
            <a:rect l="l" t="t" r="r" b="b"/>
            <a:pathLst>
              <a:path w="13233" h="78993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2" name="任意多边形: 形状 291">
            <a:extLst xmlns:a="http://schemas.openxmlformats.org/drawingml/2006/main">
              <a:ext uri="{FF2B5EF4-FFF2-40B4-BE49-F238E27FC236}">
                <a16:creationId xmlns:a16="http://schemas.microsoft.com/office/drawing/2014/main" id="{2AF227F3-7BF9-ED9C-9E19-17F69CD2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1251" y="2352166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3" name="任意多边形: 形状 292">
            <a:extLst xmlns:a="http://schemas.openxmlformats.org/drawingml/2006/main">
              <a:ext uri="{FF2B5EF4-FFF2-40B4-BE49-F238E27FC236}">
                <a16:creationId xmlns:a16="http://schemas.microsoft.com/office/drawing/2014/main" id="{12E45AED-314C-38A2-98EE-3E63BA15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740" y="232854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4" name="任意多边形: 形状 293">
            <a:extLst xmlns:a="http://schemas.openxmlformats.org/drawingml/2006/main">
              <a:ext uri="{FF2B5EF4-FFF2-40B4-BE49-F238E27FC236}">
                <a16:creationId xmlns:a16="http://schemas.microsoft.com/office/drawing/2014/main" id="{61CE5F18-92E0-20B8-F2B0-5180C1BF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0903" y="2259710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5" name="任意多边形: 形状 294">
            <a:extLst xmlns:a="http://schemas.openxmlformats.org/drawingml/2006/main">
              <a:ext uri="{FF2B5EF4-FFF2-40B4-BE49-F238E27FC236}">
                <a16:creationId xmlns:a16="http://schemas.microsoft.com/office/drawing/2014/main" id="{71856779-22C9-7BDE-425D-91CA024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0694" y="2235199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6" name="任意多边形: 形状 295">
            <a:extLst xmlns:a="http://schemas.openxmlformats.org/drawingml/2006/main">
              <a:ext uri="{FF2B5EF4-FFF2-40B4-BE49-F238E27FC236}">
                <a16:creationId xmlns:a16="http://schemas.microsoft.com/office/drawing/2014/main" id="{7664B29C-A30F-6E72-795A-29B59945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0278" y="2269362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7" name="任意多边形: 形状 296">
            <a:extLst xmlns:a="http://schemas.openxmlformats.org/drawingml/2006/main">
              <a:ext uri="{FF2B5EF4-FFF2-40B4-BE49-F238E27FC236}">
                <a16:creationId xmlns:a16="http://schemas.microsoft.com/office/drawing/2014/main" id="{C24873EE-6BE8-2918-E4A9-D315CA56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152" y="232915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8" name="任意多边形: 形状 297">
            <a:extLst xmlns:a="http://schemas.openxmlformats.org/drawingml/2006/main">
              <a:ext uri="{FF2B5EF4-FFF2-40B4-BE49-F238E27FC236}">
                <a16:creationId xmlns:a16="http://schemas.microsoft.com/office/drawing/2014/main" id="{BB0B0647-4F16-1C34-CC1D-37301702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706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9" name="任意多边形: 形状 298">
            <a:extLst xmlns:a="http://schemas.openxmlformats.org/drawingml/2006/main">
              <a:ext uri="{FF2B5EF4-FFF2-40B4-BE49-F238E27FC236}">
                <a16:creationId xmlns:a16="http://schemas.microsoft.com/office/drawing/2014/main" id="{BF957F1D-BD59-ED15-712A-2B42EB1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2358" y="2188336"/>
            <a:ext cx="488187" cy="295910"/>
          </a:xfrm>
          <a:custGeom xmlns:a="http://schemas.openxmlformats.org/drawingml/2006/main">
            <a:rect l="l" t="t" r="r" b="b"/>
            <a:pathLst>
              <a:path w="488187" h="295910">
                <a:moveTo>
                  <a:pt x="463423" y="0"/>
                </a:moveTo>
                <a:cubicBezTo>
                  <a:pt x="477100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0" y="295910"/>
                  <a:pt x="463423" y="295910"/>
                </a:cubicBezTo>
                <a:lnTo>
                  <a:pt x="24765" y="295910"/>
                </a:lnTo>
                <a:cubicBezTo>
                  <a:pt x="11087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7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1" name="任意多边形: 形状 300">
            <a:extLst xmlns:a="http://schemas.openxmlformats.org/drawingml/2006/main">
              <a:ext uri="{FF2B5EF4-FFF2-40B4-BE49-F238E27FC236}">
                <a16:creationId xmlns:a16="http://schemas.microsoft.com/office/drawing/2014/main" id="{E9D52584-AF84-C4AD-B0C9-1718859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0168" y="2111628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1" y="762635"/>
                  <a:pt x="604647" y="762635"/>
                </a:cubicBezTo>
                <a:lnTo>
                  <a:pt x="57785" y="762635"/>
                </a:lnTo>
                <a:cubicBezTo>
                  <a:pt x="25872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2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3" name="任意多边形: 形状 302">
            <a:extLst xmlns:a="http://schemas.openxmlformats.org/drawingml/2006/main">
              <a:ext uri="{FF2B5EF4-FFF2-40B4-BE49-F238E27FC236}">
                <a16:creationId xmlns:a16="http://schemas.microsoft.com/office/drawing/2014/main" id="{09F4387C-B7A7-0DE9-8E00-69ECBE1C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071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2" y="203708"/>
                  <a:pt x="0" y="158106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4" name="任意多边形: 形状 303">
            <a:extLst xmlns:a="http://schemas.openxmlformats.org/drawingml/2006/main">
              <a:ext uri="{FF2B5EF4-FFF2-40B4-BE49-F238E27FC236}">
                <a16:creationId xmlns:a16="http://schemas.microsoft.com/office/drawing/2014/main" id="{586DAB4B-3BA9-6ED2-6ADA-C39320F5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2065" y="2314320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6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6" name="任意多边形: 形状 305">
            <a:extLst xmlns:a="http://schemas.openxmlformats.org/drawingml/2006/main">
              <a:ext uri="{FF2B5EF4-FFF2-40B4-BE49-F238E27FC236}">
                <a16:creationId xmlns:a16="http://schemas.microsoft.com/office/drawing/2014/main" id="{A19E64D6-9B6D-25CF-3521-2D7AA532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7813" y="2356738"/>
            <a:ext cx="13232" cy="78993"/>
          </a:xfrm>
          <a:custGeom xmlns:a="http://schemas.openxmlformats.org/drawingml/2006/main">
            <a:rect l="l" t="t" r="r" b="b"/>
            <a:pathLst>
              <a:path w="13232" h="78993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7" name="任意多边形: 形状 306">
            <a:extLst xmlns:a="http://schemas.openxmlformats.org/drawingml/2006/main">
              <a:ext uri="{FF2B5EF4-FFF2-40B4-BE49-F238E27FC236}">
                <a16:creationId xmlns:a16="http://schemas.microsoft.com/office/drawing/2014/main" id="{FB44B123-3478-9346-9902-FCDA1FFD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8979" y="2352166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8" name="任意多边形: 形状 307">
            <a:extLst xmlns:a="http://schemas.openxmlformats.org/drawingml/2006/main">
              <a:ext uri="{FF2B5EF4-FFF2-40B4-BE49-F238E27FC236}">
                <a16:creationId xmlns:a16="http://schemas.microsoft.com/office/drawing/2014/main" id="{F0E97E1A-DAAC-6C0F-6E9B-00FFE63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4468" y="232854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9" name="任意多边形: 形状 308">
            <a:extLst xmlns:a="http://schemas.openxmlformats.org/drawingml/2006/main">
              <a:ext uri="{FF2B5EF4-FFF2-40B4-BE49-F238E27FC236}">
                <a16:creationId xmlns:a16="http://schemas.microsoft.com/office/drawing/2014/main" id="{1CA21FCF-99E8-F117-29F3-5619D112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8631" y="2259710"/>
            <a:ext cx="49275" cy="62484"/>
          </a:xfrm>
          <a:custGeom xmlns:a="http://schemas.openxmlformats.org/drawingml/2006/main">
            <a:rect l="l" t="t" r="r" b="b"/>
            <a:pathLst>
              <a:path w="49275" h="62484">
                <a:moveTo>
                  <a:pt x="49275" y="62484"/>
                </a:moveTo>
                <a:cubicBezTo>
                  <a:pt x="49275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0" name="任意多边形: 形状 309">
            <a:extLst xmlns:a="http://schemas.openxmlformats.org/drawingml/2006/main">
              <a:ext uri="{FF2B5EF4-FFF2-40B4-BE49-F238E27FC236}">
                <a16:creationId xmlns:a16="http://schemas.microsoft.com/office/drawing/2014/main" id="{ECD2477A-1D00-9767-9306-138E7418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422" y="2235199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1" name="任意多边形: 形状 310">
            <a:extLst xmlns:a="http://schemas.openxmlformats.org/drawingml/2006/main">
              <a:ext uri="{FF2B5EF4-FFF2-40B4-BE49-F238E27FC236}">
                <a16:creationId xmlns:a16="http://schemas.microsoft.com/office/drawing/2014/main" id="{4E0A03DF-F28F-2800-8F30-4350A0A1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8006" y="2269362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2" name="任意多边形: 形状 311">
            <a:extLst xmlns:a="http://schemas.openxmlformats.org/drawingml/2006/main">
              <a:ext uri="{FF2B5EF4-FFF2-40B4-BE49-F238E27FC236}">
                <a16:creationId xmlns:a16="http://schemas.microsoft.com/office/drawing/2014/main" id="{B16C8A13-6E2C-93CC-B3CF-4F004300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880" y="232915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3" name="任意多边形: 形状 312">
            <a:extLst xmlns:a="http://schemas.openxmlformats.org/drawingml/2006/main">
              <a:ext uri="{FF2B5EF4-FFF2-40B4-BE49-F238E27FC236}">
                <a16:creationId xmlns:a16="http://schemas.microsoft.com/office/drawing/2014/main" id="{FFEB37F1-FD81-9414-4DFA-4D8E6CD2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1561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5" name="任意多边形: 形状 314">
            <a:extLst xmlns:a="http://schemas.openxmlformats.org/drawingml/2006/main">
              <a:ext uri="{FF2B5EF4-FFF2-40B4-BE49-F238E27FC236}">
                <a16:creationId xmlns:a16="http://schemas.microsoft.com/office/drawing/2014/main" id="{52E30CC2-C30D-F5C4-5ABE-123602B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4305" y="2235326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6"/>
                  <a:pt x="158106" y="203708"/>
                  <a:pt x="101854" y="203708"/>
                </a:cubicBezTo>
                <a:cubicBezTo>
                  <a:pt x="45601" y="203708"/>
                  <a:pt x="0" y="158106"/>
                  <a:pt x="0" y="101854"/>
                </a:cubicBezTo>
                <a:cubicBezTo>
                  <a:pt x="0" y="45602"/>
                  <a:pt x="45601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6" name="任意多边形: 形状 315">
            <a:extLst xmlns:a="http://schemas.openxmlformats.org/drawingml/2006/main">
              <a:ext uri="{FF2B5EF4-FFF2-40B4-BE49-F238E27FC236}">
                <a16:creationId xmlns:a16="http://schemas.microsoft.com/office/drawing/2014/main" id="{13DADCBD-1099-5282-3C33-5666BDFD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3299" y="2314320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8" name="任意多边形: 形状 317">
            <a:extLst xmlns:a="http://schemas.openxmlformats.org/drawingml/2006/main">
              <a:ext uri="{FF2B5EF4-FFF2-40B4-BE49-F238E27FC236}">
                <a16:creationId xmlns:a16="http://schemas.microsoft.com/office/drawing/2014/main" id="{FE561654-7985-62B1-9B38-8A81AB4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046" y="2356738"/>
            <a:ext cx="13233" cy="78993"/>
          </a:xfrm>
          <a:custGeom xmlns:a="http://schemas.openxmlformats.org/drawingml/2006/main">
            <a:rect l="l" t="t" r="r" b="b"/>
            <a:pathLst>
              <a:path w="13233" h="78993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9" name="任意多边形: 形状 318">
            <a:extLst xmlns:a="http://schemas.openxmlformats.org/drawingml/2006/main">
              <a:ext uri="{FF2B5EF4-FFF2-40B4-BE49-F238E27FC236}">
                <a16:creationId xmlns:a16="http://schemas.microsoft.com/office/drawing/2014/main" id="{8F705418-99C9-AA12-179B-4D668294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213" y="2352166"/>
            <a:ext cx="62483" cy="49275"/>
          </a:xfrm>
          <a:custGeom xmlns:a="http://schemas.openxmlformats.org/drawingml/2006/main">
            <a:rect l="l" t="t" r="r" b="b"/>
            <a:pathLst>
              <a:path w="62483" h="49275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0" name="任意多边形: 形状 319">
            <a:extLst xmlns:a="http://schemas.openxmlformats.org/drawingml/2006/main">
              <a:ext uri="{FF2B5EF4-FFF2-40B4-BE49-F238E27FC236}">
                <a16:creationId xmlns:a16="http://schemas.microsoft.com/office/drawing/2014/main" id="{D73FB757-7A70-9123-4AE5-73B98F87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5702" y="232854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1" name="任意多边形: 形状 320">
            <a:extLst xmlns:a="http://schemas.openxmlformats.org/drawingml/2006/main">
              <a:ext uri="{FF2B5EF4-FFF2-40B4-BE49-F238E27FC236}">
                <a16:creationId xmlns:a16="http://schemas.microsoft.com/office/drawing/2014/main" id="{B71C97CD-90EA-E4A9-5DF5-BCC2DF8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9865" y="2259710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2" name="任意多边形: 形状 321">
            <a:extLst xmlns:a="http://schemas.openxmlformats.org/drawingml/2006/main">
              <a:ext uri="{FF2B5EF4-FFF2-40B4-BE49-F238E27FC236}">
                <a16:creationId xmlns:a16="http://schemas.microsoft.com/office/drawing/2014/main" id="{682F9285-5037-691C-13BA-5E3B0C87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656" y="2235199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3" name="任意多边形: 形状 322">
            <a:extLst xmlns:a="http://schemas.openxmlformats.org/drawingml/2006/main">
              <a:ext uri="{FF2B5EF4-FFF2-40B4-BE49-F238E27FC236}">
                <a16:creationId xmlns:a16="http://schemas.microsoft.com/office/drawing/2014/main" id="{3BF0A8A9-BD0F-97B5-F891-91329FAF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9240" y="2269362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4" name="任意多边形: 形状 323">
            <a:extLst xmlns:a="http://schemas.openxmlformats.org/drawingml/2006/main">
              <a:ext uri="{FF2B5EF4-FFF2-40B4-BE49-F238E27FC236}">
                <a16:creationId xmlns:a16="http://schemas.microsoft.com/office/drawing/2014/main" id="{F7E53F32-9202-16AC-4459-F4C89398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241" y="2329154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5" name="任意多边形: 形状 324">
            <a:extLst xmlns:a="http://schemas.openxmlformats.org/drawingml/2006/main">
              <a:ext uri="{FF2B5EF4-FFF2-40B4-BE49-F238E27FC236}">
                <a16:creationId xmlns:a16="http://schemas.microsoft.com/office/drawing/2014/main" id="{7BE869BF-5649-90C7-65C8-AF6C084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795" y="234873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6" name="任意多边形: 形状 325">
            <a:extLst xmlns:a="http://schemas.openxmlformats.org/drawingml/2006/main">
              <a:ext uri="{FF2B5EF4-FFF2-40B4-BE49-F238E27FC236}">
                <a16:creationId xmlns:a16="http://schemas.microsoft.com/office/drawing/2014/main" id="{17B8BF39-6232-B2D2-603A-464923E0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321" y="2188336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0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0" y="295910"/>
                  <a:pt x="463423" y="295910"/>
                </a:cubicBezTo>
                <a:lnTo>
                  <a:pt x="24765" y="295910"/>
                </a:lnTo>
                <a:cubicBezTo>
                  <a:pt x="11087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7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9" name="任意多边形: 形状 328">
            <a:extLst xmlns:a="http://schemas.openxmlformats.org/drawingml/2006/main">
              <a:ext uri="{FF2B5EF4-FFF2-40B4-BE49-F238E27FC236}">
                <a16:creationId xmlns:a16="http://schemas.microsoft.com/office/drawing/2014/main" id="{9ECA7DA1-321B-4B50-7A1C-8AB07AE2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1532" y="3122802"/>
            <a:ext cx="662432" cy="762635"/>
          </a:xfrm>
          <a:custGeom xmlns:a="http://schemas.openxmlformats.org/drawingml/2006/main">
            <a:rect l="l" t="t" r="r" b="b"/>
            <a:pathLst>
              <a:path w="662432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0" y="762635"/>
                  <a:pt x="604647" y="762635"/>
                </a:cubicBezTo>
                <a:lnTo>
                  <a:pt x="57785" y="762635"/>
                </a:lnTo>
                <a:cubicBezTo>
                  <a:pt x="25871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1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4" name="任意多边形: 形状 333">
            <a:extLst xmlns:a="http://schemas.openxmlformats.org/drawingml/2006/main">
              <a:ext uri="{FF2B5EF4-FFF2-40B4-BE49-F238E27FC236}">
                <a16:creationId xmlns:a16="http://schemas.microsoft.com/office/drawing/2014/main" id="{391FC96A-389C-A587-13EA-27629AA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4435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6" y="203708"/>
                  <a:pt x="101854" y="203708"/>
                </a:cubicBezTo>
                <a:cubicBezTo>
                  <a:pt x="45602" y="203708"/>
                  <a:pt x="0" y="158107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5" name="任意多边形: 形状 334">
            <a:extLst xmlns:a="http://schemas.openxmlformats.org/drawingml/2006/main">
              <a:ext uri="{FF2B5EF4-FFF2-40B4-BE49-F238E27FC236}">
                <a16:creationId xmlns:a16="http://schemas.microsoft.com/office/drawing/2014/main" id="{D03DDC04-C13C-B59F-DE5C-6D19976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3429" y="3325367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7" name="任意多边形: 形状 336">
            <a:extLst xmlns:a="http://schemas.openxmlformats.org/drawingml/2006/main">
              <a:ext uri="{FF2B5EF4-FFF2-40B4-BE49-F238E27FC236}">
                <a16:creationId xmlns:a16="http://schemas.microsoft.com/office/drawing/2014/main" id="{8D8631BE-88B6-6AF1-7F90-C7B6397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177" y="3367785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8" name="任意多边形: 形状 337">
            <a:extLst xmlns:a="http://schemas.openxmlformats.org/drawingml/2006/main">
              <a:ext uri="{FF2B5EF4-FFF2-40B4-BE49-F238E27FC236}">
                <a16:creationId xmlns:a16="http://schemas.microsoft.com/office/drawing/2014/main" id="{0451C330-B1F8-1085-CDA3-25BAA15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342" y="3363340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9" name="任意多边形: 形状 338">
            <a:extLst xmlns:a="http://schemas.openxmlformats.org/drawingml/2006/main">
              <a:ext uri="{FF2B5EF4-FFF2-40B4-BE49-F238E27FC236}">
                <a16:creationId xmlns:a16="http://schemas.microsoft.com/office/drawing/2014/main" id="{A30E0B8C-095D-2820-F157-DBC54EE6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5832" y="3339591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0" name="任意多边形: 形状 339">
            <a:extLst xmlns:a="http://schemas.openxmlformats.org/drawingml/2006/main">
              <a:ext uri="{FF2B5EF4-FFF2-40B4-BE49-F238E27FC236}">
                <a16:creationId xmlns:a16="http://schemas.microsoft.com/office/drawing/2014/main" id="{F8E50CC0-89C8-88D7-5CE3-157C591A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9995" y="3270757"/>
            <a:ext cx="49276" cy="62483"/>
          </a:xfrm>
          <a:custGeom xmlns:a="http://schemas.openxmlformats.org/drawingml/2006/main">
            <a:rect l="l" t="t" r="r" b="b"/>
            <a:pathLst>
              <a:path w="49276" h="62483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1" name="任意多边形: 形状 340">
            <a:extLst xmlns:a="http://schemas.openxmlformats.org/drawingml/2006/main">
              <a:ext uri="{FF2B5EF4-FFF2-40B4-BE49-F238E27FC236}">
                <a16:creationId xmlns:a16="http://schemas.microsoft.com/office/drawing/2014/main" id="{DBD8954A-9212-2211-41C2-D5A9039D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9786" y="3246373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2" name="任意多边形: 形状 341">
            <a:extLst xmlns:a="http://schemas.openxmlformats.org/drawingml/2006/main">
              <a:ext uri="{FF2B5EF4-FFF2-40B4-BE49-F238E27FC236}">
                <a16:creationId xmlns:a16="http://schemas.microsoft.com/office/drawing/2014/main" id="{5BFE2750-8C48-DCD2-9C93-165B078E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9242" y="3280536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3" name="任意多边形: 形状 342">
            <a:extLst xmlns:a="http://schemas.openxmlformats.org/drawingml/2006/main">
              <a:ext uri="{FF2B5EF4-FFF2-40B4-BE49-F238E27FC236}">
                <a16:creationId xmlns:a16="http://schemas.microsoft.com/office/drawing/2014/main" id="{3E35F3BF-E018-A580-BAD2-720EC27A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7244" y="3340201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4" name="任意多边形: 形状 343">
            <a:extLst xmlns:a="http://schemas.openxmlformats.org/drawingml/2006/main">
              <a:ext uri="{FF2B5EF4-FFF2-40B4-BE49-F238E27FC236}">
                <a16:creationId xmlns:a16="http://schemas.microsoft.com/office/drawing/2014/main" id="{3E7406D7-1085-EEBF-F601-CA410CE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2798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7" name="任意多边形: 形状 346">
            <a:extLst xmlns:a="http://schemas.openxmlformats.org/drawingml/2006/main">
              <a:ext uri="{FF2B5EF4-FFF2-40B4-BE49-F238E27FC236}">
                <a16:creationId xmlns:a16="http://schemas.microsoft.com/office/drawing/2014/main" id="{DAD8934A-CB30-914D-4231-135740F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669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7" y="203708"/>
                  <a:pt x="101854" y="203708"/>
                </a:cubicBezTo>
                <a:cubicBezTo>
                  <a:pt x="45602" y="203708"/>
                  <a:pt x="0" y="158107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7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8" name="任意多边形: 形状 347">
            <a:extLst xmlns:a="http://schemas.openxmlformats.org/drawingml/2006/main">
              <a:ext uri="{FF2B5EF4-FFF2-40B4-BE49-F238E27FC236}">
                <a16:creationId xmlns:a16="http://schemas.microsoft.com/office/drawing/2014/main" id="{AE472B55-C222-57DB-091A-5C1D46F0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4663" y="3325367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0" name="任意多边形: 形状 349">
            <a:extLst xmlns:a="http://schemas.openxmlformats.org/drawingml/2006/main">
              <a:ext uri="{FF2B5EF4-FFF2-40B4-BE49-F238E27FC236}">
                <a16:creationId xmlns:a16="http://schemas.microsoft.com/office/drawing/2014/main" id="{AC126518-8B67-B0AB-6C8C-E6E16FF2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0410" y="3367785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1" name="任意多边形: 形状 350">
            <a:extLst xmlns:a="http://schemas.openxmlformats.org/drawingml/2006/main">
              <a:ext uri="{FF2B5EF4-FFF2-40B4-BE49-F238E27FC236}">
                <a16:creationId xmlns:a16="http://schemas.microsoft.com/office/drawing/2014/main" id="{E31BBA72-02F2-D76E-D6AB-DFFC4B1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1577" y="3363340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2" name="任意多边形: 形状 351">
            <a:extLst xmlns:a="http://schemas.openxmlformats.org/drawingml/2006/main">
              <a:ext uri="{FF2B5EF4-FFF2-40B4-BE49-F238E27FC236}">
                <a16:creationId xmlns:a16="http://schemas.microsoft.com/office/drawing/2014/main" id="{F86E95EF-DA2A-5918-447B-17B26490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065" y="3339591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3" name="任意多边形: 形状 352">
            <a:extLst xmlns:a="http://schemas.openxmlformats.org/drawingml/2006/main">
              <a:ext uri="{FF2B5EF4-FFF2-40B4-BE49-F238E27FC236}">
                <a16:creationId xmlns:a16="http://schemas.microsoft.com/office/drawing/2014/main" id="{0A8C8F71-52F8-2EEC-DD72-35D1F9F5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1228" y="32708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4" name="任意多边形: 形状 353">
            <a:extLst xmlns:a="http://schemas.openxmlformats.org/drawingml/2006/main">
              <a:ext uri="{FF2B5EF4-FFF2-40B4-BE49-F238E27FC236}">
                <a16:creationId xmlns:a16="http://schemas.microsoft.com/office/drawing/2014/main" id="{9B338900-34F1-EA06-F267-699ECAAC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1020" y="3246373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5" name="任意多边形: 形状 354">
            <a:extLst xmlns:a="http://schemas.openxmlformats.org/drawingml/2006/main">
              <a:ext uri="{FF2B5EF4-FFF2-40B4-BE49-F238E27FC236}">
                <a16:creationId xmlns:a16="http://schemas.microsoft.com/office/drawing/2014/main" id="{EF5E7A03-CBB2-44B8-FD28-539BCA58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0477" y="3280536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6" name="任意多边形: 形状 355">
            <a:extLst xmlns:a="http://schemas.openxmlformats.org/drawingml/2006/main">
              <a:ext uri="{FF2B5EF4-FFF2-40B4-BE49-F238E27FC236}">
                <a16:creationId xmlns:a16="http://schemas.microsoft.com/office/drawing/2014/main" id="{F62792D0-8DDE-6011-DAF8-8DB2205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8478" y="334020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7" name="任意多边形: 形状 356">
            <a:extLst xmlns:a="http://schemas.openxmlformats.org/drawingml/2006/main">
              <a:ext uri="{FF2B5EF4-FFF2-40B4-BE49-F238E27FC236}">
                <a16:creationId xmlns:a16="http://schemas.microsoft.com/office/drawing/2014/main" id="{82238735-4B1B-7A87-656B-7D7BFD68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033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8" name="任意多边形: 形状 357">
            <a:extLst xmlns:a="http://schemas.openxmlformats.org/drawingml/2006/main">
              <a:ext uri="{FF2B5EF4-FFF2-40B4-BE49-F238E27FC236}">
                <a16:creationId xmlns:a16="http://schemas.microsoft.com/office/drawing/2014/main" id="{FC9EBE8D-3CB7-8F69-10EE-E6725CDA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685" y="3199383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1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1" y="295910"/>
                  <a:pt x="463423" y="295910"/>
                </a:cubicBezTo>
                <a:lnTo>
                  <a:pt x="24765" y="295910"/>
                </a:lnTo>
                <a:cubicBezTo>
                  <a:pt x="11088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8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E9461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0" name="任意多边形: 形状 359">
            <a:extLst xmlns:a="http://schemas.openxmlformats.org/drawingml/2006/main">
              <a:ext uri="{FF2B5EF4-FFF2-40B4-BE49-F238E27FC236}">
                <a16:creationId xmlns:a16="http://schemas.microsoft.com/office/drawing/2014/main" id="{BB1B465E-5333-AC42-D21C-4B1374B8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244" y="3122802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0" y="762635"/>
                  <a:pt x="604647" y="762635"/>
                </a:cubicBezTo>
                <a:lnTo>
                  <a:pt x="57785" y="762635"/>
                </a:lnTo>
                <a:cubicBezTo>
                  <a:pt x="25871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1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2" name="任意多边形: 形状 361">
            <a:extLst xmlns:a="http://schemas.openxmlformats.org/drawingml/2006/main">
              <a:ext uri="{FF2B5EF4-FFF2-40B4-BE49-F238E27FC236}">
                <a16:creationId xmlns:a16="http://schemas.microsoft.com/office/drawing/2014/main" id="{F5702A90-C445-6E83-5687-7C79477A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5147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6" y="203708"/>
                  <a:pt x="101854" y="203708"/>
                </a:cubicBezTo>
                <a:cubicBezTo>
                  <a:pt x="45602" y="203708"/>
                  <a:pt x="0" y="158107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3" name="任意多边形: 形状 362">
            <a:extLst xmlns:a="http://schemas.openxmlformats.org/drawingml/2006/main">
              <a:ext uri="{FF2B5EF4-FFF2-40B4-BE49-F238E27FC236}">
                <a16:creationId xmlns:a16="http://schemas.microsoft.com/office/drawing/2014/main" id="{1EE8783D-BAB5-2110-AC00-809F7F61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141" y="3325367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5" name="任意多边形: 形状 364">
            <a:extLst xmlns:a="http://schemas.openxmlformats.org/drawingml/2006/main">
              <a:ext uri="{FF2B5EF4-FFF2-40B4-BE49-F238E27FC236}">
                <a16:creationId xmlns:a16="http://schemas.microsoft.com/office/drawing/2014/main" id="{46D96492-7FC5-7296-8AE8-82F10CFD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9889" y="3367785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6" name="任意多边形: 形状 365">
            <a:extLst xmlns:a="http://schemas.openxmlformats.org/drawingml/2006/main">
              <a:ext uri="{FF2B5EF4-FFF2-40B4-BE49-F238E27FC236}">
                <a16:creationId xmlns:a16="http://schemas.microsoft.com/office/drawing/2014/main" id="{4FF336F7-430B-B744-D324-111BF96A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1054" y="3363340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7" name="任意多边形: 形状 366">
            <a:extLst xmlns:a="http://schemas.openxmlformats.org/drawingml/2006/main">
              <a:ext uri="{FF2B5EF4-FFF2-40B4-BE49-F238E27FC236}">
                <a16:creationId xmlns:a16="http://schemas.microsoft.com/office/drawing/2014/main" id="{7BFC03C3-3278-D04F-C4E5-3325DE17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544" y="3339591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8" name="任意多边形: 形状 367">
            <a:extLst xmlns:a="http://schemas.openxmlformats.org/drawingml/2006/main">
              <a:ext uri="{FF2B5EF4-FFF2-40B4-BE49-F238E27FC236}">
                <a16:creationId xmlns:a16="http://schemas.microsoft.com/office/drawing/2014/main" id="{AF6CF42C-F0C4-C747-1E54-7896B58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0707" y="32708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9" name="任意多边形: 形状 368">
            <a:extLst xmlns:a="http://schemas.openxmlformats.org/drawingml/2006/main">
              <a:ext uri="{FF2B5EF4-FFF2-40B4-BE49-F238E27FC236}">
                <a16:creationId xmlns:a16="http://schemas.microsoft.com/office/drawing/2014/main" id="{8A606799-F245-8978-90B7-234C1B10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0498" y="3246373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0" name="任意多边形: 形状 369">
            <a:extLst xmlns:a="http://schemas.openxmlformats.org/drawingml/2006/main">
              <a:ext uri="{FF2B5EF4-FFF2-40B4-BE49-F238E27FC236}">
                <a16:creationId xmlns:a16="http://schemas.microsoft.com/office/drawing/2014/main" id="{45DA203F-7EDA-3CB5-EBF3-226F442E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9954" y="3280536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1" name="任意多边形: 形状 370">
            <a:extLst xmlns:a="http://schemas.openxmlformats.org/drawingml/2006/main">
              <a:ext uri="{FF2B5EF4-FFF2-40B4-BE49-F238E27FC236}">
                <a16:creationId xmlns:a16="http://schemas.microsoft.com/office/drawing/2014/main" id="{F8CE4E00-E57C-71BD-92A7-0F4F18F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7955" y="3340201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2" name="任意多边形: 形状 371">
            <a:extLst xmlns:a="http://schemas.openxmlformats.org/drawingml/2006/main">
              <a:ext uri="{FF2B5EF4-FFF2-40B4-BE49-F238E27FC236}">
                <a16:creationId xmlns:a16="http://schemas.microsoft.com/office/drawing/2014/main" id="{C827AACE-1253-2FEB-E673-0AF9C40A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3510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4" name="任意多边形: 形状 373">
            <a:extLst xmlns:a="http://schemas.openxmlformats.org/drawingml/2006/main">
              <a:ext uri="{FF2B5EF4-FFF2-40B4-BE49-F238E27FC236}">
                <a16:creationId xmlns:a16="http://schemas.microsoft.com/office/drawing/2014/main" id="{40F44EDD-5536-1292-4A2C-75F02D15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381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7" y="203708"/>
                  <a:pt x="101854" y="203708"/>
                </a:cubicBezTo>
                <a:cubicBezTo>
                  <a:pt x="45602" y="203708"/>
                  <a:pt x="0" y="158107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7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5" name="任意多边形: 形状 374">
            <a:extLst xmlns:a="http://schemas.openxmlformats.org/drawingml/2006/main">
              <a:ext uri="{FF2B5EF4-FFF2-40B4-BE49-F238E27FC236}">
                <a16:creationId xmlns:a16="http://schemas.microsoft.com/office/drawing/2014/main" id="{E274F125-C2A4-431D-248D-921DFCBE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375" y="3325367"/>
            <a:ext cx="45720" cy="45720"/>
          </a:xfrm>
          <a:custGeom xmlns:a="http://schemas.openxmlformats.org/drawingml/2006/main">
            <a:rect l="l" t="t" r="r" b="b"/>
            <a:pathLst>
              <a:path w="45720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5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7" name="任意多边形: 形状 376">
            <a:extLst xmlns:a="http://schemas.openxmlformats.org/drawingml/2006/main">
              <a:ext uri="{FF2B5EF4-FFF2-40B4-BE49-F238E27FC236}">
                <a16:creationId xmlns:a16="http://schemas.microsoft.com/office/drawing/2014/main" id="{2D0FE985-49B3-83B6-FCA0-8E0D304F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122" y="3367785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8" name="任意多边形: 形状 377">
            <a:extLst xmlns:a="http://schemas.openxmlformats.org/drawingml/2006/main">
              <a:ext uri="{FF2B5EF4-FFF2-40B4-BE49-F238E27FC236}">
                <a16:creationId xmlns:a16="http://schemas.microsoft.com/office/drawing/2014/main" id="{C17C9316-19B9-B249-3EDA-42539226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289" y="3363340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9" name="任意多边形: 形状 378">
            <a:extLst xmlns:a="http://schemas.openxmlformats.org/drawingml/2006/main">
              <a:ext uri="{FF2B5EF4-FFF2-40B4-BE49-F238E27FC236}">
                <a16:creationId xmlns:a16="http://schemas.microsoft.com/office/drawing/2014/main" id="{626784EA-FA4F-9803-9963-FFDB76C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7778" y="333959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0" name="任意多边形: 形状 379">
            <a:extLst xmlns:a="http://schemas.openxmlformats.org/drawingml/2006/main">
              <a:ext uri="{FF2B5EF4-FFF2-40B4-BE49-F238E27FC236}">
                <a16:creationId xmlns:a16="http://schemas.microsoft.com/office/drawing/2014/main" id="{095C91C4-6477-3E5F-48CE-B7F98236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1940" y="32708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1" name="任意多边形: 形状 380">
            <a:extLst xmlns:a="http://schemas.openxmlformats.org/drawingml/2006/main">
              <a:ext uri="{FF2B5EF4-FFF2-40B4-BE49-F238E27FC236}">
                <a16:creationId xmlns:a16="http://schemas.microsoft.com/office/drawing/2014/main" id="{29E14299-0A46-C8B9-E332-3BD0A4E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732" y="3246373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2" name="任意多边形: 形状 381">
            <a:extLst xmlns:a="http://schemas.openxmlformats.org/drawingml/2006/main">
              <a:ext uri="{FF2B5EF4-FFF2-40B4-BE49-F238E27FC236}">
                <a16:creationId xmlns:a16="http://schemas.microsoft.com/office/drawing/2014/main" id="{8632476C-EFF3-E3C4-1B3A-D9FA0263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189" y="3280536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3" name="任意多边形: 形状 382">
            <a:extLst xmlns:a="http://schemas.openxmlformats.org/drawingml/2006/main">
              <a:ext uri="{FF2B5EF4-FFF2-40B4-BE49-F238E27FC236}">
                <a16:creationId xmlns:a16="http://schemas.microsoft.com/office/drawing/2014/main" id="{776E6FA0-1FE1-4E25-274A-CBDD6D53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190" y="3340201"/>
            <a:ext cx="78994" cy="13233"/>
          </a:xfrm>
          <a:custGeom xmlns:a="http://schemas.openxmlformats.org/drawingml/2006/main">
            <a:rect l="l" t="t" r="r" b="b"/>
            <a:pathLst>
              <a:path w="78994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4" name="任意多边形: 形状 383">
            <a:extLst xmlns:a="http://schemas.openxmlformats.org/drawingml/2006/main">
              <a:ext uri="{FF2B5EF4-FFF2-40B4-BE49-F238E27FC236}">
                <a16:creationId xmlns:a16="http://schemas.microsoft.com/office/drawing/2014/main" id="{6F63C2F2-4D92-9044-A464-C2B31572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4745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5" name="任意多边形: 形状 384">
            <a:extLst xmlns:a="http://schemas.openxmlformats.org/drawingml/2006/main">
              <a:ext uri="{FF2B5EF4-FFF2-40B4-BE49-F238E27FC236}">
                <a16:creationId xmlns:a16="http://schemas.microsoft.com/office/drawing/2014/main" id="{5420F51D-CA7E-CA2F-1663-7CA742E0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3397" y="3199383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1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1" y="295910"/>
                  <a:pt x="463423" y="295910"/>
                </a:cubicBezTo>
                <a:lnTo>
                  <a:pt x="24765" y="295910"/>
                </a:lnTo>
                <a:cubicBezTo>
                  <a:pt x="11088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8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362A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7" name="任意多边形: 形状 386">
            <a:extLst xmlns:a="http://schemas.openxmlformats.org/drawingml/2006/main">
              <a:ext uri="{FF2B5EF4-FFF2-40B4-BE49-F238E27FC236}">
                <a16:creationId xmlns:a16="http://schemas.microsoft.com/office/drawing/2014/main" id="{BB3ED2D1-ED81-B7F5-093B-E678BB43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1206" y="3122802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1" y="762635"/>
                  <a:pt x="604647" y="762635"/>
                </a:cubicBezTo>
                <a:lnTo>
                  <a:pt x="57785" y="762635"/>
                </a:lnTo>
                <a:cubicBezTo>
                  <a:pt x="25872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2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9" name="任意多边形: 形状 388">
            <a:extLst xmlns:a="http://schemas.openxmlformats.org/drawingml/2006/main">
              <a:ext uri="{FF2B5EF4-FFF2-40B4-BE49-F238E27FC236}">
                <a16:creationId xmlns:a16="http://schemas.microsoft.com/office/drawing/2014/main" id="{62C4115D-BC52-69FC-5C28-4681D73B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4109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6" y="203708"/>
                  <a:pt x="101854" y="203708"/>
                </a:cubicBezTo>
                <a:cubicBezTo>
                  <a:pt x="45602" y="203708"/>
                  <a:pt x="0" y="158107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0" name="任意多边形: 形状 389">
            <a:extLst xmlns:a="http://schemas.openxmlformats.org/drawingml/2006/main">
              <a:ext uri="{FF2B5EF4-FFF2-40B4-BE49-F238E27FC236}">
                <a16:creationId xmlns:a16="http://schemas.microsoft.com/office/drawing/2014/main" id="{8D8147E7-7480-9575-75FD-82D537FA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103" y="3325367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6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2" name="任意多边形: 形状 391">
            <a:extLst xmlns:a="http://schemas.openxmlformats.org/drawingml/2006/main">
              <a:ext uri="{FF2B5EF4-FFF2-40B4-BE49-F238E27FC236}">
                <a16:creationId xmlns:a16="http://schemas.microsoft.com/office/drawing/2014/main" id="{92F7C9DD-E171-B10B-0B72-9262838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8851" y="3367785"/>
            <a:ext cx="13232" cy="78994"/>
          </a:xfrm>
          <a:custGeom xmlns:a="http://schemas.openxmlformats.org/drawingml/2006/main">
            <a:rect l="l" t="t" r="r" b="b"/>
            <a:pathLst>
              <a:path w="13232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3" name="任意多边形: 形状 392">
            <a:extLst xmlns:a="http://schemas.openxmlformats.org/drawingml/2006/main">
              <a:ext uri="{FF2B5EF4-FFF2-40B4-BE49-F238E27FC236}">
                <a16:creationId xmlns:a16="http://schemas.microsoft.com/office/drawing/2014/main" id="{075FA726-3053-B952-EE53-D10F8053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0017" y="3363340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4" name="任意多边形: 形状 393">
            <a:extLst xmlns:a="http://schemas.openxmlformats.org/drawingml/2006/main">
              <a:ext uri="{FF2B5EF4-FFF2-40B4-BE49-F238E27FC236}">
                <a16:creationId xmlns:a16="http://schemas.microsoft.com/office/drawing/2014/main" id="{C6EEA7D4-A2F4-F2D7-6446-BCF216E5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506" y="333959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5" name="任意多边形: 形状 394">
            <a:extLst xmlns:a="http://schemas.openxmlformats.org/drawingml/2006/main">
              <a:ext uri="{FF2B5EF4-FFF2-40B4-BE49-F238E27FC236}">
                <a16:creationId xmlns:a16="http://schemas.microsoft.com/office/drawing/2014/main" id="{051E2D69-03D0-545D-E3D8-63A8813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9668" y="32708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6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6" name="任意多边形: 形状 395">
            <a:extLst xmlns:a="http://schemas.openxmlformats.org/drawingml/2006/main">
              <a:ext uri="{FF2B5EF4-FFF2-40B4-BE49-F238E27FC236}">
                <a16:creationId xmlns:a16="http://schemas.microsoft.com/office/drawing/2014/main" id="{11651B83-209A-4352-3265-A1646343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460" y="3246373"/>
            <a:ext cx="13232" cy="78994"/>
          </a:xfrm>
          <a:custGeom xmlns:a="http://schemas.openxmlformats.org/drawingml/2006/main">
            <a:rect l="l" t="t" r="r" b="b"/>
            <a:pathLst>
              <a:path w="13232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7" name="任意多边形: 形状 396">
            <a:extLst xmlns:a="http://schemas.openxmlformats.org/drawingml/2006/main">
              <a:ext uri="{FF2B5EF4-FFF2-40B4-BE49-F238E27FC236}">
                <a16:creationId xmlns:a16="http://schemas.microsoft.com/office/drawing/2014/main" id="{3AB7671E-4818-168A-2132-9044176C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043" y="3280536"/>
            <a:ext cx="62484" cy="49276"/>
          </a:xfrm>
          <a:custGeom xmlns:a="http://schemas.openxmlformats.org/drawingml/2006/main">
            <a:rect l="l" t="t" r="r" b="b"/>
            <a:pathLst>
              <a:path w="62484" h="49276">
                <a:moveTo>
                  <a:pt x="0" y="49276"/>
                </a:moveTo>
                <a:cubicBezTo>
                  <a:pt x="0" y="49276"/>
                  <a:pt x="23495" y="6985"/>
                  <a:pt x="6248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8" name="任意多边形: 形状 397">
            <a:extLst xmlns:a="http://schemas.openxmlformats.org/drawingml/2006/main">
              <a:ext uri="{FF2B5EF4-FFF2-40B4-BE49-F238E27FC236}">
                <a16:creationId xmlns:a16="http://schemas.microsoft.com/office/drawing/2014/main" id="{DAF88E5F-3FD2-F7BC-2D11-3D43A032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6918" y="334020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9" name="任意多边形: 形状 398">
            <a:extLst xmlns:a="http://schemas.openxmlformats.org/drawingml/2006/main">
              <a:ext uri="{FF2B5EF4-FFF2-40B4-BE49-F238E27FC236}">
                <a16:creationId xmlns:a16="http://schemas.microsoft.com/office/drawing/2014/main" id="{B4B9B2A6-0A15-5E66-0C95-7EF63ACF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472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1" name="任意多边形: 形状 400">
            <a:extLst xmlns:a="http://schemas.openxmlformats.org/drawingml/2006/main">
              <a:ext uri="{FF2B5EF4-FFF2-40B4-BE49-F238E27FC236}">
                <a16:creationId xmlns:a16="http://schemas.microsoft.com/office/drawing/2014/main" id="{9D7BEE65-C572-9067-EB45-619BCFBD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343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6" y="203708"/>
                  <a:pt x="101854" y="203708"/>
                </a:cubicBezTo>
                <a:cubicBezTo>
                  <a:pt x="45601" y="203708"/>
                  <a:pt x="0" y="158107"/>
                  <a:pt x="0" y="101854"/>
                </a:cubicBezTo>
                <a:cubicBezTo>
                  <a:pt x="0" y="45602"/>
                  <a:pt x="45601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2" name="任意多边形: 形状 401">
            <a:extLst xmlns:a="http://schemas.openxmlformats.org/drawingml/2006/main">
              <a:ext uri="{FF2B5EF4-FFF2-40B4-BE49-F238E27FC236}">
                <a16:creationId xmlns:a16="http://schemas.microsoft.com/office/drawing/2014/main" id="{EEF250D4-B22E-F170-391B-A514121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4337" y="3325367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4" name="任意多边形: 形状 403">
            <a:extLst xmlns:a="http://schemas.openxmlformats.org/drawingml/2006/main">
              <a:ext uri="{FF2B5EF4-FFF2-40B4-BE49-F238E27FC236}">
                <a16:creationId xmlns:a16="http://schemas.microsoft.com/office/drawing/2014/main" id="{2D17CBE3-668A-E13C-017E-8F4D33C5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0084" y="3367785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5" name="任意多边形: 形状 404">
            <a:extLst xmlns:a="http://schemas.openxmlformats.org/drawingml/2006/main">
              <a:ext uri="{FF2B5EF4-FFF2-40B4-BE49-F238E27FC236}">
                <a16:creationId xmlns:a16="http://schemas.microsoft.com/office/drawing/2014/main" id="{77E66815-6CBD-58C3-9B16-09542A51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1251" y="3363340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6" name="任意多边形: 形状 405">
            <a:extLst xmlns:a="http://schemas.openxmlformats.org/drawingml/2006/main">
              <a:ext uri="{FF2B5EF4-FFF2-40B4-BE49-F238E27FC236}">
                <a16:creationId xmlns:a16="http://schemas.microsoft.com/office/drawing/2014/main" id="{76A63371-F902-BBB7-CA87-0DB4F56B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740" y="333959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7" name="任意多边形: 形状 406">
            <a:extLst xmlns:a="http://schemas.openxmlformats.org/drawingml/2006/main">
              <a:ext uri="{FF2B5EF4-FFF2-40B4-BE49-F238E27FC236}">
                <a16:creationId xmlns:a16="http://schemas.microsoft.com/office/drawing/2014/main" id="{695FF263-13B8-4E39-8209-0CBE373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0903" y="32708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8" name="任意多边形: 形状 407">
            <a:extLst xmlns:a="http://schemas.openxmlformats.org/drawingml/2006/main">
              <a:ext uri="{FF2B5EF4-FFF2-40B4-BE49-F238E27FC236}">
                <a16:creationId xmlns:a16="http://schemas.microsoft.com/office/drawing/2014/main" id="{3FD97ED0-C0B9-D076-08C7-1BEA016F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0694" y="3246373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9" name="任意多边形: 形状 408">
            <a:extLst xmlns:a="http://schemas.openxmlformats.org/drawingml/2006/main">
              <a:ext uri="{FF2B5EF4-FFF2-40B4-BE49-F238E27FC236}">
                <a16:creationId xmlns:a16="http://schemas.microsoft.com/office/drawing/2014/main" id="{64E5BAD4-10AA-D13F-FF2A-901DBC2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0278" y="3280536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0" name="任意多边形: 形状 409">
            <a:extLst xmlns:a="http://schemas.openxmlformats.org/drawingml/2006/main">
              <a:ext uri="{FF2B5EF4-FFF2-40B4-BE49-F238E27FC236}">
                <a16:creationId xmlns:a16="http://schemas.microsoft.com/office/drawing/2014/main" id="{1C383F2D-77B5-06C2-DC30-AC7C7516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152" y="334020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1" name="任意多边形: 形状 410">
            <a:extLst xmlns:a="http://schemas.openxmlformats.org/drawingml/2006/main">
              <a:ext uri="{FF2B5EF4-FFF2-40B4-BE49-F238E27FC236}">
                <a16:creationId xmlns:a16="http://schemas.microsoft.com/office/drawing/2014/main" id="{BAF9096A-0162-7870-4B50-54576884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706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2" name="任意多边形: 形状 411">
            <a:extLst xmlns:a="http://schemas.openxmlformats.org/drawingml/2006/main">
              <a:ext uri="{FF2B5EF4-FFF2-40B4-BE49-F238E27FC236}">
                <a16:creationId xmlns:a16="http://schemas.microsoft.com/office/drawing/2014/main" id="{D4FFCFEF-0838-BF9A-E691-69D59844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2358" y="3199383"/>
            <a:ext cx="488187" cy="295910"/>
          </a:xfrm>
          <a:custGeom xmlns:a="http://schemas.openxmlformats.org/drawingml/2006/main">
            <a:rect l="l" t="t" r="r" b="b"/>
            <a:pathLst>
              <a:path w="488187" h="295910">
                <a:moveTo>
                  <a:pt x="463423" y="0"/>
                </a:moveTo>
                <a:cubicBezTo>
                  <a:pt x="477100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0" y="295910"/>
                  <a:pt x="463423" y="295910"/>
                </a:cubicBezTo>
                <a:lnTo>
                  <a:pt x="24765" y="295910"/>
                </a:lnTo>
                <a:cubicBezTo>
                  <a:pt x="11087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7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2F7E3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4" name="任意多边形: 形状 413">
            <a:extLst xmlns:a="http://schemas.openxmlformats.org/drawingml/2006/main">
              <a:ext uri="{FF2B5EF4-FFF2-40B4-BE49-F238E27FC236}">
                <a16:creationId xmlns:a16="http://schemas.microsoft.com/office/drawing/2014/main" id="{B0E8C745-58FD-DA73-9327-46816585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0168" y="3122802"/>
            <a:ext cx="662431" cy="762635"/>
          </a:xfrm>
          <a:custGeom xmlns:a="http://schemas.openxmlformats.org/drawingml/2006/main">
            <a:rect l="l" t="t" r="r" b="b"/>
            <a:pathLst>
              <a:path w="662431" h="762635">
                <a:moveTo>
                  <a:pt x="604647" y="0"/>
                </a:moveTo>
                <a:cubicBezTo>
                  <a:pt x="636561" y="0"/>
                  <a:pt x="662432" y="25871"/>
                  <a:pt x="662432" y="57785"/>
                </a:cubicBezTo>
                <a:lnTo>
                  <a:pt x="662432" y="704850"/>
                </a:lnTo>
                <a:cubicBezTo>
                  <a:pt x="662432" y="736764"/>
                  <a:pt x="636561" y="762635"/>
                  <a:pt x="604647" y="762635"/>
                </a:cubicBezTo>
                <a:lnTo>
                  <a:pt x="57785" y="762635"/>
                </a:lnTo>
                <a:cubicBezTo>
                  <a:pt x="25872" y="762635"/>
                  <a:pt x="0" y="736764"/>
                  <a:pt x="0" y="704850"/>
                </a:cubicBezTo>
                <a:lnTo>
                  <a:pt x="0" y="57785"/>
                </a:lnTo>
                <a:cubicBezTo>
                  <a:pt x="0" y="25871"/>
                  <a:pt x="25872" y="0"/>
                  <a:pt x="5778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6" name="任意多边形: 形状 415">
            <a:extLst xmlns:a="http://schemas.openxmlformats.org/drawingml/2006/main">
              <a:ext uri="{FF2B5EF4-FFF2-40B4-BE49-F238E27FC236}">
                <a16:creationId xmlns:a16="http://schemas.microsoft.com/office/drawing/2014/main" id="{22475C3F-E596-113F-0A8C-3708DEC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071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6" y="203708"/>
                  <a:pt x="101854" y="203708"/>
                </a:cubicBezTo>
                <a:cubicBezTo>
                  <a:pt x="45602" y="203708"/>
                  <a:pt x="0" y="158107"/>
                  <a:pt x="0" y="101854"/>
                </a:cubicBezTo>
                <a:cubicBezTo>
                  <a:pt x="0" y="45602"/>
                  <a:pt x="45602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7" name="任意多边形: 形状 416">
            <a:extLst xmlns:a="http://schemas.openxmlformats.org/drawingml/2006/main">
              <a:ext uri="{FF2B5EF4-FFF2-40B4-BE49-F238E27FC236}">
                <a16:creationId xmlns:a16="http://schemas.microsoft.com/office/drawing/2014/main" id="{A3E7272F-523B-CDAA-163D-6F5FE8AB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2065" y="3325367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6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9" name="任意多边形: 形状 418">
            <a:extLst xmlns:a="http://schemas.openxmlformats.org/drawingml/2006/main">
              <a:ext uri="{FF2B5EF4-FFF2-40B4-BE49-F238E27FC236}">
                <a16:creationId xmlns:a16="http://schemas.microsoft.com/office/drawing/2014/main" id="{E4F8B41E-56D8-D806-E970-9F33345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7813" y="3367785"/>
            <a:ext cx="13232" cy="78994"/>
          </a:xfrm>
          <a:custGeom xmlns:a="http://schemas.openxmlformats.org/drawingml/2006/main">
            <a:rect l="l" t="t" r="r" b="b"/>
            <a:pathLst>
              <a:path w="13232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0" name="任意多边形: 形状 419">
            <a:extLst xmlns:a="http://schemas.openxmlformats.org/drawingml/2006/main">
              <a:ext uri="{FF2B5EF4-FFF2-40B4-BE49-F238E27FC236}">
                <a16:creationId xmlns:a16="http://schemas.microsoft.com/office/drawing/2014/main" id="{FD6C0BD7-F1A0-7E20-C9C7-5121EC14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8979" y="3363340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1" name="任意多边形: 形状 420">
            <a:extLst xmlns:a="http://schemas.openxmlformats.org/drawingml/2006/main">
              <a:ext uri="{FF2B5EF4-FFF2-40B4-BE49-F238E27FC236}">
                <a16:creationId xmlns:a16="http://schemas.microsoft.com/office/drawing/2014/main" id="{41200483-9E85-8019-FB19-310E5F9A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4468" y="333959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2" name="任意多边形: 形状 421">
            <a:extLst xmlns:a="http://schemas.openxmlformats.org/drawingml/2006/main">
              <a:ext uri="{FF2B5EF4-FFF2-40B4-BE49-F238E27FC236}">
                <a16:creationId xmlns:a16="http://schemas.microsoft.com/office/drawing/2014/main" id="{DD541572-6EF3-40D0-28B3-2DDD6686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8631" y="3270884"/>
            <a:ext cx="49275" cy="62484"/>
          </a:xfrm>
          <a:custGeom xmlns:a="http://schemas.openxmlformats.org/drawingml/2006/main">
            <a:rect l="l" t="t" r="r" b="b"/>
            <a:pathLst>
              <a:path w="49275" h="62484">
                <a:moveTo>
                  <a:pt x="49275" y="62484"/>
                </a:moveTo>
                <a:cubicBezTo>
                  <a:pt x="49275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3" name="任意多边形: 形状 422">
            <a:extLst xmlns:a="http://schemas.openxmlformats.org/drawingml/2006/main">
              <a:ext uri="{FF2B5EF4-FFF2-40B4-BE49-F238E27FC236}">
                <a16:creationId xmlns:a16="http://schemas.microsoft.com/office/drawing/2014/main" id="{2991262A-9D86-B3BF-A79B-F7B251F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422" y="3246373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4" name="任意多边形: 形状 423">
            <a:extLst xmlns:a="http://schemas.openxmlformats.org/drawingml/2006/main">
              <a:ext uri="{FF2B5EF4-FFF2-40B4-BE49-F238E27FC236}">
                <a16:creationId xmlns:a16="http://schemas.microsoft.com/office/drawing/2014/main" id="{8FBF4801-5790-BEEC-5E68-344161E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8006" y="3280536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5" name="任意多边形: 形状 424">
            <a:extLst xmlns:a="http://schemas.openxmlformats.org/drawingml/2006/main">
              <a:ext uri="{FF2B5EF4-FFF2-40B4-BE49-F238E27FC236}">
                <a16:creationId xmlns:a16="http://schemas.microsoft.com/office/drawing/2014/main" id="{A16D33C4-408D-308A-E45C-1A13C520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880" y="334020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6" name="任意多边形: 形状 425">
            <a:extLst xmlns:a="http://schemas.openxmlformats.org/drawingml/2006/main">
              <a:ext uri="{FF2B5EF4-FFF2-40B4-BE49-F238E27FC236}">
                <a16:creationId xmlns:a16="http://schemas.microsoft.com/office/drawing/2014/main" id="{BE653578-E2A0-215C-8537-9BF5E12A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1561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8" name="任意多边形: 形状 427">
            <a:extLst xmlns:a="http://schemas.openxmlformats.org/drawingml/2006/main">
              <a:ext uri="{FF2B5EF4-FFF2-40B4-BE49-F238E27FC236}">
                <a16:creationId xmlns:a16="http://schemas.microsoft.com/office/drawing/2014/main" id="{436196AC-092D-860A-C3AC-04788BD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4305" y="3246373"/>
            <a:ext cx="203707" cy="203708"/>
          </a:xfrm>
          <a:custGeom xmlns:a="http://schemas.openxmlformats.org/drawingml/2006/main">
            <a:rect l="l" t="t" r="r" b="b"/>
            <a:pathLst>
              <a:path w="203707" h="203708">
                <a:moveTo>
                  <a:pt x="203708" y="101854"/>
                </a:moveTo>
                <a:cubicBezTo>
                  <a:pt x="203708" y="158107"/>
                  <a:pt x="158106" y="203708"/>
                  <a:pt x="101854" y="203708"/>
                </a:cubicBezTo>
                <a:cubicBezTo>
                  <a:pt x="45601" y="203708"/>
                  <a:pt x="0" y="158107"/>
                  <a:pt x="0" y="101854"/>
                </a:cubicBezTo>
                <a:cubicBezTo>
                  <a:pt x="0" y="45602"/>
                  <a:pt x="45601" y="0"/>
                  <a:pt x="101854" y="0"/>
                </a:cubicBezTo>
                <a:cubicBezTo>
                  <a:pt x="158106" y="0"/>
                  <a:pt x="203708" y="45602"/>
                  <a:pt x="203708" y="1018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9" name="任意多边形: 形状 428">
            <a:extLst xmlns:a="http://schemas.openxmlformats.org/drawingml/2006/main">
              <a:ext uri="{FF2B5EF4-FFF2-40B4-BE49-F238E27FC236}">
                <a16:creationId xmlns:a16="http://schemas.microsoft.com/office/drawing/2014/main" id="{3E2ACE67-3746-C4DB-2411-4C14BEC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3299" y="3325367"/>
            <a:ext cx="45719" cy="45720"/>
          </a:xfrm>
          <a:custGeom xmlns:a="http://schemas.openxmlformats.org/drawingml/2006/main">
            <a:rect l="l" t="t" r="r" b="b"/>
            <a:pathLst>
              <a:path w="45719" h="45720">
                <a:moveTo>
                  <a:pt x="45720" y="22860"/>
                </a:moveTo>
                <a:cubicBezTo>
                  <a:pt x="45720" y="35485"/>
                  <a:pt x="35485" y="45720"/>
                  <a:pt x="22860" y="45720"/>
                </a:cubicBezTo>
                <a:cubicBezTo>
                  <a:pt x="10234" y="45720"/>
                  <a:pt x="0" y="35485"/>
                  <a:pt x="0" y="22860"/>
                </a:cubicBezTo>
                <a:cubicBezTo>
                  <a:pt x="0" y="10235"/>
                  <a:pt x="10235" y="0"/>
                  <a:pt x="22860" y="0"/>
                </a:cubicBezTo>
                <a:cubicBezTo>
                  <a:pt x="35485" y="0"/>
                  <a:pt x="45720" y="10235"/>
                  <a:pt x="45720" y="2286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1" name="任意多边形: 形状 430">
            <a:extLst xmlns:a="http://schemas.openxmlformats.org/drawingml/2006/main">
              <a:ext uri="{FF2B5EF4-FFF2-40B4-BE49-F238E27FC236}">
                <a16:creationId xmlns:a16="http://schemas.microsoft.com/office/drawing/2014/main" id="{D50F90A2-ADD4-E239-498D-0BDDA242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046" y="3367785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9398" y="0"/>
                </a:moveTo>
                <a:cubicBezTo>
                  <a:pt x="9398" y="0"/>
                  <a:pt x="22606" y="46609"/>
                  <a:pt x="0" y="789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2" name="任意多边形: 形状 431">
            <a:extLst xmlns:a="http://schemas.openxmlformats.org/drawingml/2006/main">
              <a:ext uri="{FF2B5EF4-FFF2-40B4-BE49-F238E27FC236}">
                <a16:creationId xmlns:a16="http://schemas.microsoft.com/office/drawing/2014/main" id="{3E801EB4-5D6C-7E2E-B149-4FA63CA3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213" y="3363340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62484" y="0"/>
                </a:moveTo>
                <a:cubicBezTo>
                  <a:pt x="62484" y="0"/>
                  <a:pt x="38989" y="42291"/>
                  <a:pt x="0" y="492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3" name="任意多边形: 形状 432">
            <a:extLst xmlns:a="http://schemas.openxmlformats.org/drawingml/2006/main">
              <a:ext uri="{FF2B5EF4-FFF2-40B4-BE49-F238E27FC236}">
                <a16:creationId xmlns:a16="http://schemas.microsoft.com/office/drawing/2014/main" id="{A1D25B45-53DC-B5F9-F998-1AA6A8E3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5702" y="333959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78994" y="9398"/>
                </a:moveTo>
                <a:cubicBezTo>
                  <a:pt x="78994" y="9398"/>
                  <a:pt x="32385" y="2260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4" name="任意多边形: 形状 433">
            <a:extLst xmlns:a="http://schemas.openxmlformats.org/drawingml/2006/main">
              <a:ext uri="{FF2B5EF4-FFF2-40B4-BE49-F238E27FC236}">
                <a16:creationId xmlns:a16="http://schemas.microsoft.com/office/drawing/2014/main" id="{0ECAC546-07FF-75A6-5E91-806CD316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9865" y="32708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49276" y="62484"/>
                </a:moveTo>
                <a:cubicBezTo>
                  <a:pt x="49276" y="62484"/>
                  <a:pt x="6985" y="3898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5" name="任意多边形: 形状 434">
            <a:extLst xmlns:a="http://schemas.openxmlformats.org/drawingml/2006/main">
              <a:ext uri="{FF2B5EF4-FFF2-40B4-BE49-F238E27FC236}">
                <a16:creationId xmlns:a16="http://schemas.microsoft.com/office/drawing/2014/main" id="{1E52C350-731E-7F1A-E806-36EAF310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656" y="3246373"/>
            <a:ext cx="13233" cy="78994"/>
          </a:xfrm>
          <a:custGeom xmlns:a="http://schemas.openxmlformats.org/drawingml/2006/main">
            <a:rect l="l" t="t" r="r" b="b"/>
            <a:pathLst>
              <a:path w="13233" h="78994">
                <a:moveTo>
                  <a:pt x="3835" y="78994"/>
                </a:moveTo>
                <a:cubicBezTo>
                  <a:pt x="3835" y="78994"/>
                  <a:pt x="-9373" y="32385"/>
                  <a:pt x="13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6" name="任意多边形: 形状 435">
            <a:extLst xmlns:a="http://schemas.openxmlformats.org/drawingml/2006/main">
              <a:ext uri="{FF2B5EF4-FFF2-40B4-BE49-F238E27FC236}">
                <a16:creationId xmlns:a16="http://schemas.microsoft.com/office/drawing/2014/main" id="{9F6EF09C-2054-8C22-E72F-143335AC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9240" y="3280536"/>
            <a:ext cx="62483" cy="49276"/>
          </a:xfrm>
          <a:custGeom xmlns:a="http://schemas.openxmlformats.org/drawingml/2006/main">
            <a:rect l="l" t="t" r="r" b="b"/>
            <a:pathLst>
              <a:path w="62483" h="49276">
                <a:moveTo>
                  <a:pt x="0" y="49276"/>
                </a:moveTo>
                <a:cubicBezTo>
                  <a:pt x="0" y="49276"/>
                  <a:pt x="23495" y="6985"/>
                  <a:pt x="624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7" name="任意多边形: 形状 436">
            <a:extLst xmlns:a="http://schemas.openxmlformats.org/drawingml/2006/main">
              <a:ext uri="{FF2B5EF4-FFF2-40B4-BE49-F238E27FC236}">
                <a16:creationId xmlns:a16="http://schemas.microsoft.com/office/drawing/2014/main" id="{17FA3F01-343E-E1CB-C9F6-070FC02E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241" y="3340201"/>
            <a:ext cx="78993" cy="13233"/>
          </a:xfrm>
          <a:custGeom xmlns:a="http://schemas.openxmlformats.org/drawingml/2006/main">
            <a:rect l="l" t="t" r="r" b="b"/>
            <a:pathLst>
              <a:path w="78993" h="13233">
                <a:moveTo>
                  <a:pt x="0" y="3835"/>
                </a:moveTo>
                <a:cubicBezTo>
                  <a:pt x="0" y="3835"/>
                  <a:pt x="46609" y="-9373"/>
                  <a:pt x="78994" y="132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8" name="任意多边形: 形状 437">
            <a:extLst xmlns:a="http://schemas.openxmlformats.org/drawingml/2006/main">
              <a:ext uri="{FF2B5EF4-FFF2-40B4-BE49-F238E27FC236}">
                <a16:creationId xmlns:a16="http://schemas.microsoft.com/office/drawing/2014/main" id="{2D8FEAD4-5DE6-1886-0866-52ED22AD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795" y="3359784"/>
            <a:ext cx="49276" cy="62484"/>
          </a:xfrm>
          <a:custGeom xmlns:a="http://schemas.openxmlformats.org/drawingml/2006/main">
            <a:rect l="l" t="t" r="r" b="b"/>
            <a:pathLst>
              <a:path w="49276" h="62484">
                <a:moveTo>
                  <a:pt x="0" y="0"/>
                </a:moveTo>
                <a:cubicBezTo>
                  <a:pt x="0" y="0"/>
                  <a:pt x="42291" y="23495"/>
                  <a:pt x="49276" y="6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9" name="任意多边形: 形状 438">
            <a:extLst xmlns:a="http://schemas.openxmlformats.org/drawingml/2006/main">
              <a:ext uri="{FF2B5EF4-FFF2-40B4-BE49-F238E27FC236}">
                <a16:creationId xmlns:a16="http://schemas.microsoft.com/office/drawing/2014/main" id="{3DE29904-26B7-2C46-9271-8A8CF23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321" y="3199383"/>
            <a:ext cx="488188" cy="295910"/>
          </a:xfrm>
          <a:custGeom xmlns:a="http://schemas.openxmlformats.org/drawingml/2006/main">
            <a:rect l="l" t="t" r="r" b="b"/>
            <a:pathLst>
              <a:path w="488188" h="295910">
                <a:moveTo>
                  <a:pt x="463423" y="0"/>
                </a:moveTo>
                <a:cubicBezTo>
                  <a:pt x="477100" y="0"/>
                  <a:pt x="488188" y="11088"/>
                  <a:pt x="488188" y="24765"/>
                </a:cubicBezTo>
                <a:lnTo>
                  <a:pt x="488188" y="271145"/>
                </a:lnTo>
                <a:cubicBezTo>
                  <a:pt x="488188" y="284822"/>
                  <a:pt x="477100" y="295910"/>
                  <a:pt x="463423" y="295910"/>
                </a:cubicBezTo>
                <a:lnTo>
                  <a:pt x="24765" y="295910"/>
                </a:lnTo>
                <a:cubicBezTo>
                  <a:pt x="11087" y="295910"/>
                  <a:pt x="0" y="284822"/>
                  <a:pt x="0" y="271145"/>
                </a:cubicBezTo>
                <a:lnTo>
                  <a:pt x="0" y="24765"/>
                </a:lnTo>
                <a:cubicBezTo>
                  <a:pt x="0" y="11088"/>
                  <a:pt x="11087" y="0"/>
                  <a:pt x="2476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095">
            <a:solidFill>
              <a:srgbClr val="3A2A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0" name="任意多边形: 形状 439">
            <a:extLst xmlns:a="http://schemas.openxmlformats.org/drawingml/2006/main">
              <a:ext uri="{FF2B5EF4-FFF2-40B4-BE49-F238E27FC236}">
                <a16:creationId xmlns:a16="http://schemas.microsoft.com/office/drawing/2014/main" id="{88D80713-1ACA-08E3-562F-F317673B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247" y="2656458"/>
            <a:ext cx="1565910" cy="986663"/>
          </a:xfrm>
          <a:custGeom xmlns:a="http://schemas.openxmlformats.org/drawingml/2006/main">
            <a:rect l="l" t="t" r="r" b="b"/>
            <a:pathLst>
              <a:path w="1565910" h="986663">
                <a:moveTo>
                  <a:pt x="1530350" y="0"/>
                </a:moveTo>
                <a:cubicBezTo>
                  <a:pt x="1549989" y="0"/>
                  <a:pt x="1565910" y="15921"/>
                  <a:pt x="1565910" y="35560"/>
                </a:cubicBezTo>
                <a:lnTo>
                  <a:pt x="1565910" y="951103"/>
                </a:lnTo>
                <a:cubicBezTo>
                  <a:pt x="1565910" y="970742"/>
                  <a:pt x="1549989" y="986663"/>
                  <a:pt x="1530350" y="986663"/>
                </a:cubicBezTo>
                <a:lnTo>
                  <a:pt x="35560" y="986663"/>
                </a:lnTo>
                <a:cubicBezTo>
                  <a:pt x="15921" y="986663"/>
                  <a:pt x="0" y="970742"/>
                  <a:pt x="0" y="951103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9594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1" name="任意多边形: 形状 440">
            <a:extLst xmlns:a="http://schemas.openxmlformats.org/drawingml/2006/main">
              <a:ext uri="{FF2B5EF4-FFF2-40B4-BE49-F238E27FC236}">
                <a16:creationId xmlns:a16="http://schemas.microsoft.com/office/drawing/2014/main" id="{4672F31D-9423-7C46-9F08-C4BEC4D3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247" y="609472"/>
            <a:ext cx="1565910" cy="1760220"/>
          </a:xfrm>
          <a:custGeom xmlns:a="http://schemas.openxmlformats.org/drawingml/2006/main">
            <a:rect l="l" t="t" r="r" b="b"/>
            <a:pathLst>
              <a:path w="1565910" h="1760220">
                <a:moveTo>
                  <a:pt x="1516761" y="0"/>
                </a:moveTo>
                <a:cubicBezTo>
                  <a:pt x="1543905" y="0"/>
                  <a:pt x="1565910" y="22005"/>
                  <a:pt x="1565910" y="49149"/>
                </a:cubicBezTo>
                <a:lnTo>
                  <a:pt x="1565910" y="1711071"/>
                </a:lnTo>
                <a:cubicBezTo>
                  <a:pt x="1565910" y="1738216"/>
                  <a:pt x="1543905" y="1760220"/>
                  <a:pt x="1516761" y="1760220"/>
                </a:cubicBezTo>
                <a:lnTo>
                  <a:pt x="49149" y="1760220"/>
                </a:lnTo>
                <a:cubicBezTo>
                  <a:pt x="22005" y="1760220"/>
                  <a:pt x="0" y="1738216"/>
                  <a:pt x="0" y="1711071"/>
                </a:cubicBezTo>
                <a:lnTo>
                  <a:pt x="0" y="49149"/>
                </a:lnTo>
                <a:cubicBezTo>
                  <a:pt x="0" y="22005"/>
                  <a:pt x="22005" y="0"/>
                  <a:pt x="4914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190">
            <a:solidFill>
              <a:srgbClr val="9594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2" name="任意多边形: 形状 441">
            <a:extLst xmlns:a="http://schemas.openxmlformats.org/drawingml/2006/main">
              <a:ext uri="{FF2B5EF4-FFF2-40B4-BE49-F238E27FC236}">
                <a16:creationId xmlns:a16="http://schemas.microsoft.com/office/drawing/2014/main" id="{CF78CC61-8828-C506-22EB-017D384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23" y="1042542"/>
            <a:ext cx="214502" cy="275209"/>
          </a:xfrm>
          <a:custGeom xmlns:a="http://schemas.openxmlformats.org/drawingml/2006/main">
            <a:rect l="l" t="t" r="r" b="b"/>
            <a:pathLst>
              <a:path w="214502" h="275209">
                <a:moveTo>
                  <a:pt x="188214" y="0"/>
                </a:moveTo>
                <a:cubicBezTo>
                  <a:pt x="202733" y="0"/>
                  <a:pt x="214503" y="11770"/>
                  <a:pt x="214503" y="26289"/>
                </a:cubicBezTo>
                <a:lnTo>
                  <a:pt x="214503" y="248920"/>
                </a:lnTo>
                <a:cubicBezTo>
                  <a:pt x="214503" y="263439"/>
                  <a:pt x="202733" y="275209"/>
                  <a:pt x="188214" y="275209"/>
                </a:cubicBezTo>
                <a:lnTo>
                  <a:pt x="26289" y="275209"/>
                </a:lnTo>
                <a:cubicBezTo>
                  <a:pt x="11770" y="275209"/>
                  <a:pt x="0" y="263439"/>
                  <a:pt x="0" y="248920"/>
                </a:cubicBezTo>
                <a:lnTo>
                  <a:pt x="0" y="26289"/>
                </a:lnTo>
                <a:cubicBezTo>
                  <a:pt x="0" y="11770"/>
                  <a:pt x="11770" y="0"/>
                  <a:pt x="26289" y="0"/>
                </a:cubicBezTo>
                <a:close/>
              </a:path>
            </a:pathLst>
          </a:custGeom>
          <a:solidFill xmlns:a="http://schemas.openxmlformats.org/drawingml/2006/main">
            <a:srgbClr val="E74C13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3" name="任意多边形: 形状 442">
            <a:extLst xmlns:a="http://schemas.openxmlformats.org/drawingml/2006/main">
              <a:ext uri="{FF2B5EF4-FFF2-40B4-BE49-F238E27FC236}">
                <a16:creationId xmlns:a16="http://schemas.microsoft.com/office/drawing/2014/main" id="{1F48DD45-150D-8A99-8DB6-B5D2A9F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607" y="1901316"/>
            <a:ext cx="214503" cy="275209"/>
          </a:xfrm>
          <a:custGeom xmlns:a="http://schemas.openxmlformats.org/drawingml/2006/main">
            <a:rect l="l" t="t" r="r" b="b"/>
            <a:pathLst>
              <a:path w="214503" h="275209">
                <a:moveTo>
                  <a:pt x="188214" y="0"/>
                </a:moveTo>
                <a:cubicBezTo>
                  <a:pt x="202733" y="0"/>
                  <a:pt x="214503" y="11770"/>
                  <a:pt x="214503" y="26289"/>
                </a:cubicBezTo>
                <a:lnTo>
                  <a:pt x="214503" y="248920"/>
                </a:lnTo>
                <a:cubicBezTo>
                  <a:pt x="214503" y="263439"/>
                  <a:pt x="202733" y="275209"/>
                  <a:pt x="188214" y="275209"/>
                </a:cubicBezTo>
                <a:lnTo>
                  <a:pt x="26289" y="275209"/>
                </a:lnTo>
                <a:cubicBezTo>
                  <a:pt x="11770" y="275209"/>
                  <a:pt x="0" y="263439"/>
                  <a:pt x="0" y="248920"/>
                </a:cubicBezTo>
                <a:lnTo>
                  <a:pt x="0" y="26289"/>
                </a:lnTo>
                <a:cubicBezTo>
                  <a:pt x="0" y="11770"/>
                  <a:pt x="11770" y="0"/>
                  <a:pt x="26289" y="0"/>
                </a:cubicBezTo>
                <a:close/>
              </a:path>
            </a:pathLst>
          </a:custGeom>
          <a:solidFill xmlns:a="http://schemas.openxmlformats.org/drawingml/2006/main">
            <a:srgbClr val="0D63A8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4" name="任意多边形: 形状 443">
            <a:extLst xmlns:a="http://schemas.openxmlformats.org/drawingml/2006/main">
              <a:ext uri="{FF2B5EF4-FFF2-40B4-BE49-F238E27FC236}">
                <a16:creationId xmlns:a16="http://schemas.microsoft.com/office/drawing/2014/main" id="{4C195750-4692-7A36-2776-783495E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421" y="1901316"/>
            <a:ext cx="214503" cy="275209"/>
          </a:xfrm>
          <a:custGeom xmlns:a="http://schemas.openxmlformats.org/drawingml/2006/main">
            <a:rect l="l" t="t" r="r" b="b"/>
            <a:pathLst>
              <a:path w="214503" h="275209">
                <a:moveTo>
                  <a:pt x="188214" y="0"/>
                </a:moveTo>
                <a:cubicBezTo>
                  <a:pt x="202733" y="0"/>
                  <a:pt x="214503" y="11770"/>
                  <a:pt x="214503" y="26289"/>
                </a:cubicBezTo>
                <a:lnTo>
                  <a:pt x="214503" y="248920"/>
                </a:lnTo>
                <a:cubicBezTo>
                  <a:pt x="214503" y="263439"/>
                  <a:pt x="202733" y="275209"/>
                  <a:pt x="188214" y="275209"/>
                </a:cubicBezTo>
                <a:lnTo>
                  <a:pt x="26289" y="275209"/>
                </a:lnTo>
                <a:cubicBezTo>
                  <a:pt x="11770" y="275209"/>
                  <a:pt x="0" y="263439"/>
                  <a:pt x="0" y="248920"/>
                </a:cubicBezTo>
                <a:lnTo>
                  <a:pt x="0" y="26289"/>
                </a:lnTo>
                <a:cubicBezTo>
                  <a:pt x="0" y="11770"/>
                  <a:pt x="11770" y="0"/>
                  <a:pt x="26289" y="0"/>
                </a:cubicBezTo>
                <a:close/>
              </a:path>
            </a:pathLst>
          </a:custGeom>
          <a:solidFill xmlns:a="http://schemas.openxmlformats.org/drawingml/2006/main">
            <a:srgbClr val="767676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5" name="任意多边形: 形状 444">
            <a:extLst xmlns:a="http://schemas.openxmlformats.org/drawingml/2006/main">
              <a:ext uri="{FF2B5EF4-FFF2-40B4-BE49-F238E27FC236}">
                <a16:creationId xmlns:a16="http://schemas.microsoft.com/office/drawing/2014/main" id="{88E94F35-9D60-DA2D-D767-C13A6B60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235" y="1901316"/>
            <a:ext cx="214502" cy="275209"/>
          </a:xfrm>
          <a:custGeom xmlns:a="http://schemas.openxmlformats.org/drawingml/2006/main">
            <a:rect l="l" t="t" r="r" b="b"/>
            <a:pathLst>
              <a:path w="214502" h="275209">
                <a:moveTo>
                  <a:pt x="188214" y="0"/>
                </a:moveTo>
                <a:cubicBezTo>
                  <a:pt x="202733" y="0"/>
                  <a:pt x="214503" y="11770"/>
                  <a:pt x="214503" y="26289"/>
                </a:cubicBezTo>
                <a:lnTo>
                  <a:pt x="214503" y="248920"/>
                </a:lnTo>
                <a:cubicBezTo>
                  <a:pt x="214503" y="263439"/>
                  <a:pt x="202733" y="275209"/>
                  <a:pt x="188214" y="275209"/>
                </a:cubicBezTo>
                <a:lnTo>
                  <a:pt x="26289" y="275209"/>
                </a:lnTo>
                <a:cubicBezTo>
                  <a:pt x="11770" y="275209"/>
                  <a:pt x="0" y="263439"/>
                  <a:pt x="0" y="248920"/>
                </a:cubicBezTo>
                <a:lnTo>
                  <a:pt x="0" y="26289"/>
                </a:lnTo>
                <a:cubicBezTo>
                  <a:pt x="0" y="11770"/>
                  <a:pt x="11770" y="0"/>
                  <a:pt x="26289" y="0"/>
                </a:cubicBezTo>
                <a:close/>
              </a:path>
            </a:pathLst>
          </a:custGeom>
          <a:solidFill xmlns:a="http://schemas.openxmlformats.org/drawingml/2006/main">
            <a:srgbClr val="F3B718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6" name="任意多边形: 形状 445">
            <a:extLst xmlns:a="http://schemas.openxmlformats.org/drawingml/2006/main">
              <a:ext uri="{FF2B5EF4-FFF2-40B4-BE49-F238E27FC236}">
                <a16:creationId xmlns:a16="http://schemas.microsoft.com/office/drawing/2014/main" id="{4F895AB9-440B-F874-7C32-8A32D65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86" y="1042542"/>
            <a:ext cx="214502" cy="275209"/>
          </a:xfrm>
          <a:custGeom xmlns:a="http://schemas.openxmlformats.org/drawingml/2006/main">
            <a:rect l="l" t="t" r="r" b="b"/>
            <a:pathLst>
              <a:path w="214502" h="275209">
                <a:moveTo>
                  <a:pt x="188214" y="0"/>
                </a:moveTo>
                <a:cubicBezTo>
                  <a:pt x="202733" y="0"/>
                  <a:pt x="214503" y="11770"/>
                  <a:pt x="214503" y="26289"/>
                </a:cubicBezTo>
                <a:lnTo>
                  <a:pt x="214503" y="248920"/>
                </a:lnTo>
                <a:cubicBezTo>
                  <a:pt x="214503" y="263439"/>
                  <a:pt x="202733" y="275209"/>
                  <a:pt x="188214" y="275209"/>
                </a:cubicBezTo>
                <a:lnTo>
                  <a:pt x="26289" y="275209"/>
                </a:lnTo>
                <a:cubicBezTo>
                  <a:pt x="11770" y="275209"/>
                  <a:pt x="0" y="263439"/>
                  <a:pt x="0" y="248920"/>
                </a:cubicBezTo>
                <a:lnTo>
                  <a:pt x="0" y="26289"/>
                </a:lnTo>
                <a:cubicBezTo>
                  <a:pt x="0" y="11770"/>
                  <a:pt x="11770" y="0"/>
                  <a:pt x="26289" y="0"/>
                </a:cubicBezTo>
                <a:close/>
              </a:path>
            </a:pathLst>
          </a:custGeom>
          <a:solidFill xmlns:a="http://schemas.openxmlformats.org/drawingml/2006/main">
            <a:srgbClr val="085BA0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7" name="任意多边形: 形状 446">
            <a:extLst xmlns:a="http://schemas.openxmlformats.org/drawingml/2006/main">
              <a:ext uri="{FF2B5EF4-FFF2-40B4-BE49-F238E27FC236}">
                <a16:creationId xmlns:a16="http://schemas.microsoft.com/office/drawing/2014/main" id="{19DF11E7-8414-E9F3-CD98-41F37F29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369" y="1042542"/>
            <a:ext cx="214503" cy="275209"/>
          </a:xfrm>
          <a:custGeom xmlns:a="http://schemas.openxmlformats.org/drawingml/2006/main">
            <a:rect l="l" t="t" r="r" b="b"/>
            <a:pathLst>
              <a:path w="214503" h="275209">
                <a:moveTo>
                  <a:pt x="188214" y="0"/>
                </a:moveTo>
                <a:cubicBezTo>
                  <a:pt x="202733" y="0"/>
                  <a:pt x="214503" y="11770"/>
                  <a:pt x="214503" y="26289"/>
                </a:cubicBezTo>
                <a:lnTo>
                  <a:pt x="214503" y="248920"/>
                </a:lnTo>
                <a:cubicBezTo>
                  <a:pt x="214503" y="263439"/>
                  <a:pt x="202733" y="275209"/>
                  <a:pt x="188214" y="275209"/>
                </a:cubicBezTo>
                <a:lnTo>
                  <a:pt x="26289" y="275209"/>
                </a:lnTo>
                <a:cubicBezTo>
                  <a:pt x="11770" y="275209"/>
                  <a:pt x="0" y="263439"/>
                  <a:pt x="0" y="248920"/>
                </a:cubicBezTo>
                <a:lnTo>
                  <a:pt x="0" y="26289"/>
                </a:lnTo>
                <a:cubicBezTo>
                  <a:pt x="0" y="11770"/>
                  <a:pt x="11770" y="0"/>
                  <a:pt x="26289" y="0"/>
                </a:cubicBezTo>
                <a:close/>
              </a:path>
            </a:pathLst>
          </a:custGeom>
          <a:solidFill xmlns:a="http://schemas.openxmlformats.org/drawingml/2006/main">
            <a:srgbClr val="1D7B3A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48" name="任意多边形: 形状 447">
            <a:extLst xmlns:a="http://schemas.openxmlformats.org/drawingml/2006/main">
              <a:ext uri="{FF2B5EF4-FFF2-40B4-BE49-F238E27FC236}">
                <a16:creationId xmlns:a16="http://schemas.microsoft.com/office/drawing/2014/main" id="{4BDA1E2A-16F6-0B0A-C47F-E5AD523D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079" y="1042542"/>
            <a:ext cx="214503" cy="275209"/>
          </a:xfrm>
          <a:custGeom xmlns:a="http://schemas.openxmlformats.org/drawingml/2006/main">
            <a:rect l="l" t="t" r="r" b="b"/>
            <a:pathLst>
              <a:path w="214503" h="275209">
                <a:moveTo>
                  <a:pt x="188214" y="0"/>
                </a:moveTo>
                <a:cubicBezTo>
                  <a:pt x="202733" y="0"/>
                  <a:pt x="214503" y="11770"/>
                  <a:pt x="214503" y="26289"/>
                </a:cubicBezTo>
                <a:lnTo>
                  <a:pt x="214503" y="248920"/>
                </a:lnTo>
                <a:cubicBezTo>
                  <a:pt x="214503" y="263439"/>
                  <a:pt x="202733" y="275209"/>
                  <a:pt x="188214" y="275209"/>
                </a:cubicBezTo>
                <a:lnTo>
                  <a:pt x="26289" y="275209"/>
                </a:lnTo>
                <a:cubicBezTo>
                  <a:pt x="11770" y="275209"/>
                  <a:pt x="0" y="263439"/>
                  <a:pt x="0" y="248920"/>
                </a:cubicBezTo>
                <a:lnTo>
                  <a:pt x="0" y="26289"/>
                </a:lnTo>
                <a:cubicBezTo>
                  <a:pt x="0" y="11770"/>
                  <a:pt x="11770" y="0"/>
                  <a:pt x="26289" y="0"/>
                </a:cubicBezTo>
                <a:close/>
              </a:path>
            </a:pathLst>
          </a:custGeom>
          <a:solidFill xmlns:a="http://schemas.openxmlformats.org/drawingml/2006/main">
            <a:srgbClr val="651E80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0" name="任意多边形: 形状 449">
            <a:extLst xmlns:a="http://schemas.openxmlformats.org/drawingml/2006/main">
              <a:ext uri="{FF2B5EF4-FFF2-40B4-BE49-F238E27FC236}">
                <a16:creationId xmlns:a16="http://schemas.microsoft.com/office/drawing/2014/main" id="{7497FB1D-7E58-6325-88D4-1710A51D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5993" y="2846323"/>
            <a:ext cx="288417" cy="183642"/>
          </a:xfrm>
          <a:custGeom xmlns:a="http://schemas.openxmlformats.org/drawingml/2006/main">
            <a:rect l="l" t="t" r="r" b="b"/>
            <a:pathLst>
              <a:path w="288417" h="183642">
                <a:moveTo>
                  <a:pt x="279019" y="0"/>
                </a:moveTo>
                <a:cubicBezTo>
                  <a:pt x="284209" y="0"/>
                  <a:pt x="288417" y="4208"/>
                  <a:pt x="288417" y="9398"/>
                </a:cubicBezTo>
                <a:lnTo>
                  <a:pt x="288417" y="174244"/>
                </a:lnTo>
                <a:cubicBezTo>
                  <a:pt x="288417" y="179434"/>
                  <a:pt x="284209" y="183642"/>
                  <a:pt x="279019" y="183642"/>
                </a:cubicBezTo>
                <a:lnTo>
                  <a:pt x="9398" y="183642"/>
                </a:lnTo>
                <a:cubicBezTo>
                  <a:pt x="4208" y="183642"/>
                  <a:pt x="0" y="179434"/>
                  <a:pt x="0" y="174244"/>
                </a:cubicBezTo>
                <a:lnTo>
                  <a:pt x="0" y="9398"/>
                </a:lnTo>
                <a:cubicBezTo>
                  <a:pt x="0" y="4208"/>
                  <a:pt x="4208" y="0"/>
                  <a:pt x="939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968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3" name="任意多边形: 形状 452">
            <a:extLst xmlns:a="http://schemas.openxmlformats.org/drawingml/2006/main">
              <a:ext uri="{FF2B5EF4-FFF2-40B4-BE49-F238E27FC236}">
                <a16:creationId xmlns:a16="http://schemas.microsoft.com/office/drawing/2014/main" id="{A7FD1986-E207-ED9B-20A1-2EB1C916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7075" y="2881629"/>
            <a:ext cx="113029" cy="113030"/>
          </a:xfrm>
          <a:custGeom xmlns:a="http://schemas.openxmlformats.org/drawingml/2006/main">
            <a:rect l="l" t="t" r="r" b="b"/>
            <a:pathLst>
              <a:path w="113029" h="113030">
                <a:moveTo>
                  <a:pt x="113030" y="56515"/>
                </a:moveTo>
                <a:cubicBezTo>
                  <a:pt x="113030" y="87728"/>
                  <a:pt x="87727" y="113030"/>
                  <a:pt x="56515" y="113030"/>
                </a:cubicBezTo>
                <a:cubicBezTo>
                  <a:pt x="25303" y="113030"/>
                  <a:pt x="0" y="87727"/>
                  <a:pt x="0" y="56515"/>
                </a:cubicBezTo>
                <a:cubicBezTo>
                  <a:pt x="0" y="25303"/>
                  <a:pt x="25303" y="0"/>
                  <a:pt x="56515" y="0"/>
                </a:cubicBezTo>
                <a:cubicBezTo>
                  <a:pt x="87727" y="0"/>
                  <a:pt x="113030" y="25303"/>
                  <a:pt x="113030" y="565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968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4" name="任意多边形: 形状 453">
            <a:extLst xmlns:a="http://schemas.openxmlformats.org/drawingml/2006/main">
              <a:ext uri="{FF2B5EF4-FFF2-40B4-BE49-F238E27FC236}">
                <a16:creationId xmlns:a16="http://schemas.microsoft.com/office/drawing/2014/main" id="{47A4F5D7-E368-7758-E8C4-FD8CD10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9333" y="2913887"/>
            <a:ext cx="48513" cy="48514"/>
          </a:xfrm>
          <a:custGeom xmlns:a="http://schemas.openxmlformats.org/drawingml/2006/main">
            <a:rect l="l" t="t" r="r" b="b"/>
            <a:pathLst>
              <a:path w="48513" h="48514">
                <a:moveTo>
                  <a:pt x="48514" y="24257"/>
                </a:moveTo>
                <a:cubicBezTo>
                  <a:pt x="48514" y="37654"/>
                  <a:pt x="37654" y="48514"/>
                  <a:pt x="24257" y="48514"/>
                </a:cubicBezTo>
                <a:cubicBezTo>
                  <a:pt x="10860" y="48514"/>
                  <a:pt x="0" y="37654"/>
                  <a:pt x="0" y="24257"/>
                </a:cubicBezTo>
                <a:cubicBezTo>
                  <a:pt x="0" y="10860"/>
                  <a:pt x="10860" y="0"/>
                  <a:pt x="24257" y="0"/>
                </a:cubicBezTo>
                <a:cubicBezTo>
                  <a:pt x="37654" y="0"/>
                  <a:pt x="48514" y="10860"/>
                  <a:pt x="48514" y="2425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968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6" name="任意多边形: 形状 455">
            <a:extLst xmlns:a="http://schemas.openxmlformats.org/drawingml/2006/main">
              <a:ext uri="{FF2B5EF4-FFF2-40B4-BE49-F238E27FC236}">
                <a16:creationId xmlns:a16="http://schemas.microsoft.com/office/drawing/2014/main" id="{FA3157F9-292A-1205-F417-F7AB20F9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0171" y="2881629"/>
            <a:ext cx="113029" cy="113030"/>
          </a:xfrm>
          <a:custGeom xmlns:a="http://schemas.openxmlformats.org/drawingml/2006/main">
            <a:rect l="l" t="t" r="r" b="b"/>
            <a:pathLst>
              <a:path w="113029" h="113030">
                <a:moveTo>
                  <a:pt x="113030" y="56515"/>
                </a:moveTo>
                <a:cubicBezTo>
                  <a:pt x="113030" y="87728"/>
                  <a:pt x="87727" y="113030"/>
                  <a:pt x="56515" y="113030"/>
                </a:cubicBezTo>
                <a:cubicBezTo>
                  <a:pt x="25303" y="113030"/>
                  <a:pt x="0" y="87727"/>
                  <a:pt x="0" y="56515"/>
                </a:cubicBezTo>
                <a:cubicBezTo>
                  <a:pt x="0" y="25303"/>
                  <a:pt x="25303" y="0"/>
                  <a:pt x="56515" y="0"/>
                </a:cubicBezTo>
                <a:cubicBezTo>
                  <a:pt x="87728" y="0"/>
                  <a:pt x="113030" y="25303"/>
                  <a:pt x="113030" y="565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968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7" name="任意多边形: 形状 456">
            <a:extLst xmlns:a="http://schemas.openxmlformats.org/drawingml/2006/main">
              <a:ext uri="{FF2B5EF4-FFF2-40B4-BE49-F238E27FC236}">
                <a16:creationId xmlns:a16="http://schemas.microsoft.com/office/drawing/2014/main" id="{CCDF07CD-4522-B928-BD95-DE7A7F8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429" y="2913887"/>
            <a:ext cx="48513" cy="48514"/>
          </a:xfrm>
          <a:custGeom xmlns:a="http://schemas.openxmlformats.org/drawingml/2006/main">
            <a:rect l="l" t="t" r="r" b="b"/>
            <a:pathLst>
              <a:path w="48513" h="48514">
                <a:moveTo>
                  <a:pt x="48514" y="24257"/>
                </a:moveTo>
                <a:cubicBezTo>
                  <a:pt x="48514" y="37654"/>
                  <a:pt x="37654" y="48514"/>
                  <a:pt x="24257" y="48514"/>
                </a:cubicBezTo>
                <a:cubicBezTo>
                  <a:pt x="10860" y="48514"/>
                  <a:pt x="0" y="37654"/>
                  <a:pt x="0" y="24257"/>
                </a:cubicBezTo>
                <a:cubicBezTo>
                  <a:pt x="0" y="10860"/>
                  <a:pt x="10860" y="0"/>
                  <a:pt x="24257" y="0"/>
                </a:cubicBezTo>
                <a:cubicBezTo>
                  <a:pt x="37654" y="0"/>
                  <a:pt x="48514" y="10860"/>
                  <a:pt x="48514" y="2425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968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8" name="任意多边形: 形状 457">
            <a:extLst xmlns:a="http://schemas.openxmlformats.org/drawingml/2006/main">
              <a:ext uri="{FF2B5EF4-FFF2-40B4-BE49-F238E27FC236}">
                <a16:creationId xmlns:a16="http://schemas.microsoft.com/office/drawing/2014/main" id="{0576BD52-FDE0-283C-1E18-51F823B2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6002" y="2846323"/>
            <a:ext cx="54102" cy="35433"/>
          </a:xfrm>
          <a:custGeom xmlns:a="http://schemas.openxmlformats.org/drawingml/2006/main">
            <a:rect l="l" t="t" r="r" b="b"/>
            <a:pathLst>
              <a:path w="54102" h="35433">
                <a:moveTo>
                  <a:pt x="0" y="35433"/>
                </a:moveTo>
                <a:lnTo>
                  <a:pt x="54102" y="0"/>
                </a:lnTo>
              </a:path>
            </a:pathLst>
          </a:custGeom>
          <a:ln xmlns:a="http://schemas.openxmlformats.org/drawingml/2006/main" w="5968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9" name="任意多边形: 形状 458">
            <a:extLst xmlns:a="http://schemas.openxmlformats.org/drawingml/2006/main">
              <a:ext uri="{FF2B5EF4-FFF2-40B4-BE49-F238E27FC236}">
                <a16:creationId xmlns:a16="http://schemas.microsoft.com/office/drawing/2014/main" id="{0FED8B9F-045F-C16E-88D7-102CF18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677" y="2994659"/>
            <a:ext cx="72009" cy="35306"/>
          </a:xfrm>
          <a:custGeom xmlns:a="http://schemas.openxmlformats.org/drawingml/2006/main">
            <a:rect l="l" t="t" r="r" b="b"/>
            <a:pathLst>
              <a:path w="72009" h="35306">
                <a:moveTo>
                  <a:pt x="72009" y="0"/>
                </a:moveTo>
                <a:lnTo>
                  <a:pt x="0" y="35306"/>
                </a:lnTo>
              </a:path>
            </a:pathLst>
          </a:custGeom>
          <a:ln xmlns:a="http://schemas.openxmlformats.org/drawingml/2006/main" w="5968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1" name="任意多边形: 形状 460">
            <a:extLst xmlns:a="http://schemas.openxmlformats.org/drawingml/2006/main">
              <a:ext uri="{FF2B5EF4-FFF2-40B4-BE49-F238E27FC236}">
                <a16:creationId xmlns:a16="http://schemas.microsoft.com/office/drawing/2014/main" id="{88E2E271-105F-A495-B83F-8E1174A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35141" y="3332751"/>
            <a:ext cx="169925" cy="57404"/>
          </a:xfrm>
          <a:custGeom xmlns:a="http://schemas.openxmlformats.org/drawingml/2006/main">
            <a:rect l="l" t="t" r="r" b="b"/>
            <a:pathLst>
              <a:path w="169925" h="57404">
                <a:moveTo>
                  <a:pt x="0" y="0"/>
                </a:moveTo>
                <a:lnTo>
                  <a:pt x="169926" y="0"/>
                </a:lnTo>
                <a:lnTo>
                  <a:pt x="169926" y="57404"/>
                </a:lnTo>
                <a:lnTo>
                  <a:pt x="0" y="57404"/>
                </a:lnTo>
                <a:close/>
              </a:path>
            </a:pathLst>
          </a:custGeom>
          <a:solidFill xmlns:a="http://schemas.openxmlformats.org/drawingml/2006/main">
            <a:srgbClr val="E7322C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2" name="任意多边形: 形状 461">
            <a:extLst xmlns:a="http://schemas.openxmlformats.org/drawingml/2006/main">
              <a:ext uri="{FF2B5EF4-FFF2-40B4-BE49-F238E27FC236}">
                <a16:creationId xmlns:a16="http://schemas.microsoft.com/office/drawing/2014/main" id="{672ABE07-3909-EEB5-0585-1435380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035283" y="3332700"/>
            <a:ext cx="169925" cy="57404"/>
          </a:xfrm>
          <a:custGeom xmlns:a="http://schemas.openxmlformats.org/drawingml/2006/main">
            <a:rect l="l" t="t" r="r" b="b"/>
            <a:pathLst>
              <a:path w="169925" h="57404">
                <a:moveTo>
                  <a:pt x="0" y="0"/>
                </a:moveTo>
                <a:lnTo>
                  <a:pt x="169926" y="0"/>
                </a:lnTo>
                <a:lnTo>
                  <a:pt x="169926" y="57404"/>
                </a:lnTo>
                <a:lnTo>
                  <a:pt x="0" y="57404"/>
                </a:lnTo>
                <a:close/>
              </a:path>
            </a:pathLst>
          </a:custGeom>
          <a:solidFill xmlns:a="http://schemas.openxmlformats.org/drawingml/2006/main">
            <a:srgbClr val="E7322C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4" name="任意多边形: 形状 463">
            <a:extLst xmlns:a="http://schemas.openxmlformats.org/drawingml/2006/main">
              <a:ext uri="{FF2B5EF4-FFF2-40B4-BE49-F238E27FC236}">
                <a16:creationId xmlns:a16="http://schemas.microsoft.com/office/drawing/2014/main" id="{A3CD39DA-1C06-FE6F-3C5D-7F0A4B75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681209" y="2290439"/>
            <a:ext cx="469392" cy="158623"/>
          </a:xfrm>
          <a:custGeom xmlns:a="http://schemas.openxmlformats.org/drawingml/2006/main">
            <a:rect l="l" t="t" r="r" b="b"/>
            <a:pathLst>
              <a:path w="469392" h="158623">
                <a:moveTo>
                  <a:pt x="0" y="0"/>
                </a:moveTo>
                <a:lnTo>
                  <a:pt x="469393" y="0"/>
                </a:lnTo>
                <a:lnTo>
                  <a:pt x="469393" y="158623"/>
                </a:lnTo>
                <a:lnTo>
                  <a:pt x="0" y="158623"/>
                </a:lnTo>
                <a:close/>
              </a:path>
            </a:pathLst>
          </a:custGeom>
          <a:solidFill xmlns:a="http://schemas.openxmlformats.org/drawingml/2006/main">
            <a:srgbClr val="E7322C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5" name="任意多边形: 形状 464">
            <a:extLst xmlns:a="http://schemas.openxmlformats.org/drawingml/2006/main">
              <a:ext uri="{FF2B5EF4-FFF2-40B4-BE49-F238E27FC236}">
                <a16:creationId xmlns:a16="http://schemas.microsoft.com/office/drawing/2014/main" id="{618A35C6-3B24-6047-C127-B837B8BB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681283" y="2290374"/>
            <a:ext cx="469392" cy="158623"/>
          </a:xfrm>
          <a:custGeom xmlns:a="http://schemas.openxmlformats.org/drawingml/2006/main">
            <a:rect l="l" t="t" r="r" b="b"/>
            <a:pathLst>
              <a:path w="469392" h="158623">
                <a:moveTo>
                  <a:pt x="0" y="0"/>
                </a:moveTo>
                <a:lnTo>
                  <a:pt x="469393" y="0"/>
                </a:lnTo>
                <a:lnTo>
                  <a:pt x="469393" y="158623"/>
                </a:lnTo>
                <a:lnTo>
                  <a:pt x="0" y="158623"/>
                </a:lnTo>
                <a:close/>
              </a:path>
            </a:pathLst>
          </a:custGeom>
          <a:solidFill xmlns:a="http://schemas.openxmlformats.org/drawingml/2006/main">
            <a:srgbClr val="E7322C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6" name="任意多边形: 形状 465">
            <a:extLst xmlns:a="http://schemas.openxmlformats.org/drawingml/2006/main">
              <a:ext uri="{FF2B5EF4-FFF2-40B4-BE49-F238E27FC236}">
                <a16:creationId xmlns:a16="http://schemas.microsoft.com/office/drawing/2014/main" id="{425CCD83-5363-4CB6-9286-585EC370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832" y="1180210"/>
            <a:ext cx="12700" cy="2577846"/>
          </a:xfrm>
          <a:custGeom xmlns:a="http://schemas.openxmlformats.org/drawingml/2006/main">
            <a:rect l="l" t="t" r="r" b="b"/>
            <a:pathLst>
              <a:path w="12700" h="2577846">
                <a:moveTo>
                  <a:pt x="0" y="2577846"/>
                </a:moveTo>
                <a:lnTo>
                  <a:pt x="0" y="0"/>
                </a:lnTo>
              </a:path>
            </a:pathLst>
          </a:custGeom>
          <a:ln xmlns:a="http://schemas.openxmlformats.org/drawingml/2006/main" w="12190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8" name="任意多边形: 形状 467">
            <a:extLst xmlns:a="http://schemas.openxmlformats.org/drawingml/2006/main">
              <a:ext uri="{FF2B5EF4-FFF2-40B4-BE49-F238E27FC236}">
                <a16:creationId xmlns:a16="http://schemas.microsoft.com/office/drawing/2014/main" id="{5BEFF75E-D861-B4CB-0716-6B629B1C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455" y="1429511"/>
            <a:ext cx="329946" cy="374395"/>
          </a:xfrm>
          <a:custGeom xmlns:a="http://schemas.openxmlformats.org/drawingml/2006/main">
            <a:rect l="l" t="t" r="r" b="b"/>
            <a:pathLst>
              <a:path w="329946" h="374395">
                <a:moveTo>
                  <a:pt x="0" y="0"/>
                </a:moveTo>
                <a:lnTo>
                  <a:pt x="0" y="334137"/>
                </a:lnTo>
                <a:cubicBezTo>
                  <a:pt x="0" y="356362"/>
                  <a:pt x="73914" y="374396"/>
                  <a:pt x="164973" y="374396"/>
                </a:cubicBezTo>
                <a:cubicBezTo>
                  <a:pt x="256032" y="374396"/>
                  <a:pt x="329946" y="356362"/>
                  <a:pt x="329946" y="334137"/>
                </a:cubicBezTo>
                <a:lnTo>
                  <a:pt x="3299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469C"/>
          </a:solidFill>
          <a:ln xmlns:a="http://schemas.openxmlformats.org/drawingml/2006/main" w="6095">
            <a:solidFill>
              <a:srgbClr val="1C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9" name="任意多边形: 形状 468">
            <a:extLst xmlns:a="http://schemas.openxmlformats.org/drawingml/2006/main">
              <a:ext uri="{FF2B5EF4-FFF2-40B4-BE49-F238E27FC236}">
                <a16:creationId xmlns:a16="http://schemas.microsoft.com/office/drawing/2014/main" id="{3CBB4276-0BEA-649F-6D3D-755C2B60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455" y="1389252"/>
            <a:ext cx="329946" cy="80518"/>
          </a:xfrm>
          <a:custGeom xmlns:a="http://schemas.openxmlformats.org/drawingml/2006/main">
            <a:rect l="l" t="t" r="r" b="b"/>
            <a:pathLst>
              <a:path w="329946" h="80518">
                <a:moveTo>
                  <a:pt x="329946" y="40259"/>
                </a:moveTo>
                <a:cubicBezTo>
                  <a:pt x="329946" y="62493"/>
                  <a:pt x="256085" y="80518"/>
                  <a:pt x="164973" y="80518"/>
                </a:cubicBezTo>
                <a:cubicBezTo>
                  <a:pt x="73861" y="80518"/>
                  <a:pt x="0" y="62493"/>
                  <a:pt x="0" y="40259"/>
                </a:cubicBezTo>
                <a:cubicBezTo>
                  <a:pt x="0" y="18025"/>
                  <a:pt x="73861" y="0"/>
                  <a:pt x="164973" y="0"/>
                </a:cubicBezTo>
                <a:cubicBezTo>
                  <a:pt x="256085" y="0"/>
                  <a:pt x="329946" y="18025"/>
                  <a:pt x="329946" y="40259"/>
                </a:cubicBezTo>
                <a:close/>
              </a:path>
            </a:pathLst>
          </a:custGeom>
          <a:solidFill xmlns:a="http://schemas.openxmlformats.org/drawingml/2006/main">
            <a:srgbClr val="4F7FC1"/>
          </a:solidFill>
          <a:ln xmlns:a="http://schemas.openxmlformats.org/drawingml/2006/main" w="6095">
            <a:solidFill>
              <a:srgbClr val="1C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71" name="任意多边形: 形状 470">
            <a:extLst xmlns:a="http://schemas.openxmlformats.org/drawingml/2006/main">
              <a:ext uri="{FF2B5EF4-FFF2-40B4-BE49-F238E27FC236}">
                <a16:creationId xmlns:a16="http://schemas.microsoft.com/office/drawing/2014/main" id="{5F22D49F-4C2F-D9F1-5106-C0695F6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455" y="2431287"/>
            <a:ext cx="329946" cy="374395"/>
          </a:xfrm>
          <a:custGeom xmlns:a="http://schemas.openxmlformats.org/drawingml/2006/main">
            <a:rect l="l" t="t" r="r" b="b"/>
            <a:pathLst>
              <a:path w="329946" h="374395">
                <a:moveTo>
                  <a:pt x="0" y="0"/>
                </a:moveTo>
                <a:lnTo>
                  <a:pt x="0" y="334137"/>
                </a:lnTo>
                <a:cubicBezTo>
                  <a:pt x="0" y="356362"/>
                  <a:pt x="73914" y="374396"/>
                  <a:pt x="164973" y="374396"/>
                </a:cubicBezTo>
                <a:cubicBezTo>
                  <a:pt x="256032" y="374396"/>
                  <a:pt x="329946" y="356362"/>
                  <a:pt x="329946" y="334137"/>
                </a:cubicBezTo>
                <a:lnTo>
                  <a:pt x="3299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29191"/>
          </a:solidFill>
          <a:ln xmlns:a="http://schemas.openxmlformats.org/drawingml/2006/main" w="6095">
            <a:solidFill>
              <a:srgbClr val="1C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72" name="任意多边形: 形状 471">
            <a:extLst xmlns:a="http://schemas.openxmlformats.org/drawingml/2006/main">
              <a:ext uri="{FF2B5EF4-FFF2-40B4-BE49-F238E27FC236}">
                <a16:creationId xmlns:a16="http://schemas.microsoft.com/office/drawing/2014/main" id="{4421714D-FF8E-9E35-E3FF-9C65C05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455" y="2391028"/>
            <a:ext cx="329946" cy="80518"/>
          </a:xfrm>
          <a:custGeom xmlns:a="http://schemas.openxmlformats.org/drawingml/2006/main">
            <a:rect l="l" t="t" r="r" b="b"/>
            <a:pathLst>
              <a:path w="329946" h="80518">
                <a:moveTo>
                  <a:pt x="329946" y="40259"/>
                </a:moveTo>
                <a:cubicBezTo>
                  <a:pt x="329946" y="62494"/>
                  <a:pt x="256085" y="80518"/>
                  <a:pt x="164973" y="80518"/>
                </a:cubicBezTo>
                <a:cubicBezTo>
                  <a:pt x="73861" y="80518"/>
                  <a:pt x="0" y="62494"/>
                  <a:pt x="0" y="40259"/>
                </a:cubicBezTo>
                <a:cubicBezTo>
                  <a:pt x="0" y="18025"/>
                  <a:pt x="73861" y="0"/>
                  <a:pt x="164973" y="0"/>
                </a:cubicBezTo>
                <a:cubicBezTo>
                  <a:pt x="256085" y="0"/>
                  <a:pt x="329946" y="18025"/>
                  <a:pt x="329946" y="40259"/>
                </a:cubicBezTo>
                <a:close/>
              </a:path>
            </a:pathLst>
          </a:custGeom>
          <a:solidFill xmlns:a="http://schemas.openxmlformats.org/drawingml/2006/main">
            <a:srgbClr val="ADADAE"/>
          </a:solidFill>
          <a:ln xmlns:a="http://schemas.openxmlformats.org/drawingml/2006/main" w="6095">
            <a:solidFill>
              <a:srgbClr val="1C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74" name="任意多边形: 形状 473">
            <a:extLst xmlns:a="http://schemas.openxmlformats.org/drawingml/2006/main">
              <a:ext uri="{FF2B5EF4-FFF2-40B4-BE49-F238E27FC236}">
                <a16:creationId xmlns:a16="http://schemas.microsoft.com/office/drawing/2014/main" id="{4F8505BB-328F-2B8A-8E2E-F8439DD6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455" y="3407536"/>
            <a:ext cx="329946" cy="374396"/>
          </a:xfrm>
          <a:custGeom xmlns:a="http://schemas.openxmlformats.org/drawingml/2006/main">
            <a:rect l="l" t="t" r="r" b="b"/>
            <a:pathLst>
              <a:path w="329946" h="374396">
                <a:moveTo>
                  <a:pt x="0" y="0"/>
                </a:moveTo>
                <a:lnTo>
                  <a:pt x="0" y="334137"/>
                </a:lnTo>
                <a:cubicBezTo>
                  <a:pt x="0" y="356362"/>
                  <a:pt x="73914" y="374396"/>
                  <a:pt x="164973" y="374396"/>
                </a:cubicBezTo>
                <a:cubicBezTo>
                  <a:pt x="256032" y="374396"/>
                  <a:pt x="329946" y="356362"/>
                  <a:pt x="329946" y="334137"/>
                </a:cubicBezTo>
                <a:lnTo>
                  <a:pt x="3299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BC1B"/>
          </a:solidFill>
          <a:ln xmlns:a="http://schemas.openxmlformats.org/drawingml/2006/main" w="6095">
            <a:solidFill>
              <a:srgbClr val="F399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75" name="任意多边形: 形状 474">
            <a:extLst xmlns:a="http://schemas.openxmlformats.org/drawingml/2006/main">
              <a:ext uri="{FF2B5EF4-FFF2-40B4-BE49-F238E27FC236}">
                <a16:creationId xmlns:a16="http://schemas.microsoft.com/office/drawing/2014/main" id="{416B66BE-7DE3-8972-D9AA-C3128D10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455" y="3367277"/>
            <a:ext cx="329946" cy="80518"/>
          </a:xfrm>
          <a:custGeom xmlns:a="http://schemas.openxmlformats.org/drawingml/2006/main">
            <a:rect l="l" t="t" r="r" b="b"/>
            <a:pathLst>
              <a:path w="329946" h="80518">
                <a:moveTo>
                  <a:pt x="329946" y="40259"/>
                </a:moveTo>
                <a:cubicBezTo>
                  <a:pt x="329946" y="62493"/>
                  <a:pt x="256085" y="80518"/>
                  <a:pt x="164973" y="80518"/>
                </a:cubicBezTo>
                <a:cubicBezTo>
                  <a:pt x="73861" y="80518"/>
                  <a:pt x="0" y="62494"/>
                  <a:pt x="0" y="40259"/>
                </a:cubicBezTo>
                <a:cubicBezTo>
                  <a:pt x="0" y="18025"/>
                  <a:pt x="73861" y="0"/>
                  <a:pt x="164973" y="0"/>
                </a:cubicBezTo>
                <a:cubicBezTo>
                  <a:pt x="256085" y="0"/>
                  <a:pt x="329946" y="18024"/>
                  <a:pt x="329946" y="40259"/>
                </a:cubicBezTo>
                <a:close/>
              </a:path>
            </a:pathLst>
          </a:custGeom>
          <a:solidFill xmlns:a="http://schemas.openxmlformats.org/drawingml/2006/main">
            <a:srgbClr val="F7D47A"/>
          </a:solidFill>
          <a:ln xmlns:a="http://schemas.openxmlformats.org/drawingml/2006/main" w="6095">
            <a:solidFill>
              <a:srgbClr val="F399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77" name="任意多边形: 形状 476">
            <a:extLst xmlns:a="http://schemas.openxmlformats.org/drawingml/2006/main">
              <a:ext uri="{FF2B5EF4-FFF2-40B4-BE49-F238E27FC236}">
                <a16:creationId xmlns:a16="http://schemas.microsoft.com/office/drawing/2014/main" id="{D59A075F-4F06-D69D-BFEE-EA0E6B69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9075" y="5438520"/>
            <a:ext cx="648969" cy="736091"/>
          </a:xfrm>
          <a:custGeom xmlns:a="http://schemas.openxmlformats.org/drawingml/2006/main">
            <a:rect l="l" t="t" r="r" b="b"/>
            <a:pathLst>
              <a:path w="648969" h="736091">
                <a:moveTo>
                  <a:pt x="0" y="0"/>
                </a:moveTo>
                <a:lnTo>
                  <a:pt x="0" y="656971"/>
                </a:lnTo>
                <a:cubicBezTo>
                  <a:pt x="0" y="700659"/>
                  <a:pt x="145288" y="736092"/>
                  <a:pt x="324485" y="736092"/>
                </a:cubicBezTo>
                <a:cubicBezTo>
                  <a:pt x="503682" y="736092"/>
                  <a:pt x="648970" y="700659"/>
                  <a:pt x="648970" y="656971"/>
                </a:cubicBezTo>
                <a:lnTo>
                  <a:pt x="648970" y="0"/>
                </a:lnTo>
                <a:lnTo>
                  <a:pt x="127" y="0"/>
                </a:lnTo>
                <a:close/>
              </a:path>
            </a:pathLst>
          </a:custGeom>
          <a:solidFill xmlns:a="http://schemas.openxmlformats.org/drawingml/2006/main">
            <a:srgbClr val="F5F0F7"/>
          </a:solidFill>
          <a:ln xmlns:a="http://schemas.openxmlformats.org/drawingml/2006/main" w="11936">
            <a:solidFill>
              <a:srgbClr val="7542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78" name="任意多边形: 形状 477">
            <a:extLst xmlns:a="http://schemas.openxmlformats.org/drawingml/2006/main">
              <a:ext uri="{FF2B5EF4-FFF2-40B4-BE49-F238E27FC236}">
                <a16:creationId xmlns:a16="http://schemas.microsoft.com/office/drawing/2014/main" id="{4405F98F-DC9E-D340-DE88-09597C10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9075" y="5359399"/>
            <a:ext cx="648969" cy="158242"/>
          </a:xfrm>
          <a:custGeom xmlns:a="http://schemas.openxmlformats.org/drawingml/2006/main">
            <a:rect l="l" t="t" r="r" b="b"/>
            <a:pathLst>
              <a:path w="648969" h="158242">
                <a:moveTo>
                  <a:pt x="648970" y="79121"/>
                </a:moveTo>
                <a:cubicBezTo>
                  <a:pt x="648970" y="122818"/>
                  <a:pt x="503693" y="158242"/>
                  <a:pt x="324485" y="158242"/>
                </a:cubicBezTo>
                <a:cubicBezTo>
                  <a:pt x="145276" y="158242"/>
                  <a:pt x="0" y="122818"/>
                  <a:pt x="0" y="79121"/>
                </a:cubicBezTo>
                <a:cubicBezTo>
                  <a:pt x="0" y="35424"/>
                  <a:pt x="145277" y="0"/>
                  <a:pt x="324485" y="0"/>
                </a:cubicBezTo>
                <a:cubicBezTo>
                  <a:pt x="503693" y="0"/>
                  <a:pt x="648970" y="35424"/>
                  <a:pt x="648970" y="79121"/>
                </a:cubicBezTo>
                <a:close/>
              </a:path>
            </a:pathLst>
          </a:custGeom>
          <a:solidFill xmlns:a="http://schemas.openxmlformats.org/drawingml/2006/main">
            <a:srgbClr val="F5F0F7"/>
          </a:solidFill>
          <a:ln xmlns:a="http://schemas.openxmlformats.org/drawingml/2006/main" w="11936">
            <a:solidFill>
              <a:srgbClr val="75429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80" name="任意多边形: 形状 479">
            <a:extLst xmlns:a="http://schemas.openxmlformats.org/drawingml/2006/main">
              <a:ext uri="{FF2B5EF4-FFF2-40B4-BE49-F238E27FC236}">
                <a16:creationId xmlns:a16="http://schemas.microsoft.com/office/drawing/2014/main" id="{D33B9113-FA87-E2A3-9052-60B16C0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1708" y="1586229"/>
            <a:ext cx="164591" cy="12700"/>
          </a:xfrm>
          <a:custGeom xmlns:a="http://schemas.openxmlformats.org/drawingml/2006/main">
            <a:rect l="l" t="t" r="r" b="b"/>
            <a:pathLst>
              <a:path w="164591" h="12700">
                <a:moveTo>
                  <a:pt x="0" y="0"/>
                </a:moveTo>
                <a:lnTo>
                  <a:pt x="164592" y="0"/>
                </a:lnTo>
              </a:path>
            </a:pathLst>
          </a:custGeom>
          <a:ln xmlns:a="http://schemas.openxmlformats.org/drawingml/2006/main" w="6095">
            <a:solidFill>
              <a:srgbClr val="1C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81" name="任意多边形: 形状 480">
            <a:extLst xmlns:a="http://schemas.openxmlformats.org/drawingml/2006/main">
              <a:ext uri="{FF2B5EF4-FFF2-40B4-BE49-F238E27FC236}">
                <a16:creationId xmlns:a16="http://schemas.microsoft.com/office/drawing/2014/main" id="{91DF583A-FF80-B924-0113-E15724FB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409" y="1555876"/>
            <a:ext cx="52451" cy="60578"/>
          </a:xfrm>
          <a:custGeom xmlns:a="http://schemas.openxmlformats.org/drawingml/2006/main">
            <a:rect l="l" t="t" r="r" b="b"/>
            <a:pathLst>
              <a:path w="52451" h="60578">
                <a:moveTo>
                  <a:pt x="0" y="60579"/>
                </a:moveTo>
                <a:lnTo>
                  <a:pt x="52451" y="30353"/>
                </a:lnTo>
                <a:lnTo>
                  <a:pt x="0" y="0"/>
                </a:lnTo>
                <a:lnTo>
                  <a:pt x="0" y="60579"/>
                </a:lnTo>
                <a:close/>
              </a:path>
            </a:pathLst>
          </a:custGeom>
          <a:solidFill xmlns:a="http://schemas.openxmlformats.org/drawingml/2006/main">
            <a:srgbClr val="1C2B54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83" name="任意多边形: 形状 482">
            <a:extLst xmlns:a="http://schemas.openxmlformats.org/drawingml/2006/main">
              <a:ext uri="{FF2B5EF4-FFF2-40B4-BE49-F238E27FC236}">
                <a16:creationId xmlns:a16="http://schemas.microsoft.com/office/drawing/2014/main" id="{B3475FED-C758-6DF1-6AB7-6AFDE912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1708" y="2588386"/>
            <a:ext cx="164591" cy="12700"/>
          </a:xfrm>
          <a:custGeom xmlns:a="http://schemas.openxmlformats.org/drawingml/2006/main">
            <a:rect l="l" t="t" r="r" b="b"/>
            <a:pathLst>
              <a:path w="164591" h="12700">
                <a:moveTo>
                  <a:pt x="0" y="0"/>
                </a:moveTo>
                <a:lnTo>
                  <a:pt x="164592" y="0"/>
                </a:lnTo>
              </a:path>
            </a:pathLst>
          </a:custGeom>
          <a:ln xmlns:a="http://schemas.openxmlformats.org/drawingml/2006/main" w="6095">
            <a:solidFill>
              <a:srgbClr val="1C2B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84" name="任意多边形: 形状 483">
            <a:extLst xmlns:a="http://schemas.openxmlformats.org/drawingml/2006/main">
              <a:ext uri="{FF2B5EF4-FFF2-40B4-BE49-F238E27FC236}">
                <a16:creationId xmlns:a16="http://schemas.microsoft.com/office/drawing/2014/main" id="{2220ABBD-9697-950A-4330-4DA88F7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409" y="2558160"/>
            <a:ext cx="52451" cy="60579"/>
          </a:xfrm>
          <a:custGeom xmlns:a="http://schemas.openxmlformats.org/drawingml/2006/main">
            <a:rect l="l" t="t" r="r" b="b"/>
            <a:pathLst>
              <a:path w="52451" h="60579">
                <a:moveTo>
                  <a:pt x="0" y="60579"/>
                </a:moveTo>
                <a:lnTo>
                  <a:pt x="52451" y="30226"/>
                </a:lnTo>
                <a:lnTo>
                  <a:pt x="0" y="0"/>
                </a:lnTo>
                <a:lnTo>
                  <a:pt x="0" y="60579"/>
                </a:lnTo>
                <a:close/>
              </a:path>
            </a:pathLst>
          </a:custGeom>
          <a:solidFill xmlns:a="http://schemas.openxmlformats.org/drawingml/2006/main">
            <a:srgbClr val="1C2B54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86" name="任意多边形: 形状 485">
            <a:extLst xmlns:a="http://schemas.openxmlformats.org/drawingml/2006/main">
              <a:ext uri="{FF2B5EF4-FFF2-40B4-BE49-F238E27FC236}">
                <a16:creationId xmlns:a16="http://schemas.microsoft.com/office/drawing/2014/main" id="{6AF03161-4694-46FF-54E5-EF9F2AE9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1708" y="3560698"/>
            <a:ext cx="164591" cy="12700"/>
          </a:xfrm>
          <a:custGeom xmlns:a="http://schemas.openxmlformats.org/drawingml/2006/main">
            <a:rect l="l" t="t" r="r" b="b"/>
            <a:pathLst>
              <a:path w="164591" h="12700">
                <a:moveTo>
                  <a:pt x="0" y="0"/>
                </a:moveTo>
                <a:lnTo>
                  <a:pt x="164592" y="0"/>
                </a:lnTo>
              </a:path>
            </a:pathLst>
          </a:custGeom>
          <a:ln xmlns:a="http://schemas.openxmlformats.org/drawingml/2006/main" w="6095">
            <a:solidFill>
              <a:srgbClr val="F5A5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87" name="任意多边形: 形状 486">
            <a:extLst xmlns:a="http://schemas.openxmlformats.org/drawingml/2006/main">
              <a:ext uri="{FF2B5EF4-FFF2-40B4-BE49-F238E27FC236}">
                <a16:creationId xmlns:a16="http://schemas.microsoft.com/office/drawing/2014/main" id="{8367EE2B-1EFA-D49E-0079-19C01C90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409" y="3530472"/>
            <a:ext cx="52451" cy="60579"/>
          </a:xfrm>
          <a:custGeom xmlns:a="http://schemas.openxmlformats.org/drawingml/2006/main">
            <a:rect l="l" t="t" r="r" b="b"/>
            <a:pathLst>
              <a:path w="52451" h="60579">
                <a:moveTo>
                  <a:pt x="0" y="60579"/>
                </a:moveTo>
                <a:lnTo>
                  <a:pt x="52451" y="30226"/>
                </a:lnTo>
                <a:lnTo>
                  <a:pt x="0" y="0"/>
                </a:lnTo>
                <a:lnTo>
                  <a:pt x="0" y="60579"/>
                </a:lnTo>
                <a:close/>
              </a:path>
            </a:pathLst>
          </a:custGeom>
          <a:solidFill xmlns:a="http://schemas.openxmlformats.org/drawingml/2006/main">
            <a:srgbClr val="F5A517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88" name="任意多边形: 形状 487">
            <a:extLst xmlns:a="http://schemas.openxmlformats.org/drawingml/2006/main">
              <a:ext uri="{FF2B5EF4-FFF2-40B4-BE49-F238E27FC236}">
                <a16:creationId xmlns:a16="http://schemas.microsoft.com/office/drawing/2014/main" id="{F8C88BA9-DA30-231F-E09C-14635641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657" y="2085085"/>
            <a:ext cx="2075687" cy="1745869"/>
          </a:xfrm>
          <a:custGeom xmlns:a="http://schemas.openxmlformats.org/drawingml/2006/main">
            <a:rect l="l" t="t" r="r" b="b"/>
            <a:pathLst>
              <a:path w="2075687" h="1745869">
                <a:moveTo>
                  <a:pt x="2012950" y="0"/>
                </a:moveTo>
                <a:cubicBezTo>
                  <a:pt x="2047599" y="0"/>
                  <a:pt x="2075688" y="28089"/>
                  <a:pt x="2075688" y="62738"/>
                </a:cubicBezTo>
                <a:lnTo>
                  <a:pt x="2075688" y="1683131"/>
                </a:lnTo>
                <a:cubicBezTo>
                  <a:pt x="2075688" y="1717780"/>
                  <a:pt x="2047599" y="1745869"/>
                  <a:pt x="2012950" y="1745869"/>
                </a:cubicBezTo>
                <a:lnTo>
                  <a:pt x="62738" y="1745869"/>
                </a:lnTo>
                <a:cubicBezTo>
                  <a:pt x="28089" y="1745869"/>
                  <a:pt x="0" y="1717781"/>
                  <a:pt x="0" y="1683131"/>
                </a:cubicBezTo>
                <a:lnTo>
                  <a:pt x="0" y="62738"/>
                </a:lnTo>
                <a:cubicBezTo>
                  <a:pt x="0" y="28089"/>
                  <a:pt x="28089" y="0"/>
                  <a:pt x="6273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90">
            <a:solidFill>
              <a:srgbClr val="23181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0" name="任意多边形: 形状 489">
            <a:extLst xmlns:a="http://schemas.openxmlformats.org/drawingml/2006/main">
              <a:ext uri="{FF2B5EF4-FFF2-40B4-BE49-F238E27FC236}">
                <a16:creationId xmlns:a16="http://schemas.microsoft.com/office/drawing/2014/main" id="{5CF3C877-3A82-35C5-82F5-20403CED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4789" y="1580514"/>
            <a:ext cx="12700" cy="348234"/>
          </a:xfrm>
          <a:custGeom xmlns:a="http://schemas.openxmlformats.org/drawingml/2006/main">
            <a:rect l="l" t="t" r="r" b="b"/>
            <a:pathLst>
              <a:path w="12700" h="348234">
                <a:moveTo>
                  <a:pt x="0" y="0"/>
                </a:moveTo>
                <a:lnTo>
                  <a:pt x="0" y="348234"/>
                </a:lnTo>
              </a:path>
            </a:pathLst>
          </a:custGeom>
          <a:ln xmlns:a="http://schemas.openxmlformats.org/drawingml/2006/main" w="12190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1" name="任意多边形: 形状 490">
            <a:extLst xmlns:a="http://schemas.openxmlformats.org/drawingml/2006/main">
              <a:ext uri="{FF2B5EF4-FFF2-40B4-BE49-F238E27FC236}">
                <a16:creationId xmlns:a16="http://schemas.microsoft.com/office/drawing/2014/main" id="{0065BC0F-04F4-72BA-232A-89EF3EE7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4209" y="1910968"/>
            <a:ext cx="121158" cy="104901"/>
          </a:xfrm>
          <a:custGeom xmlns:a="http://schemas.openxmlformats.org/drawingml/2006/main">
            <a:rect l="l" t="t" r="r" b="b"/>
            <a:pathLst>
              <a:path w="121158" h="104901">
                <a:moveTo>
                  <a:pt x="0" y="0"/>
                </a:moveTo>
                <a:lnTo>
                  <a:pt x="60579" y="104902"/>
                </a:lnTo>
                <a:lnTo>
                  <a:pt x="12115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815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2" name="任意多边形: 形状 491">
            <a:extLst xmlns:a="http://schemas.openxmlformats.org/drawingml/2006/main">
              <a:ext uri="{FF2B5EF4-FFF2-40B4-BE49-F238E27FC236}">
                <a16:creationId xmlns:a16="http://schemas.microsoft.com/office/drawing/2014/main" id="{4D1886B8-F4B9-D562-BE03-2295F22E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553" y="2713608"/>
            <a:ext cx="241427" cy="221234"/>
          </a:xfrm>
          <a:custGeom xmlns:a="http://schemas.openxmlformats.org/drawingml/2006/main">
            <a:rect l="l" t="t" r="r" b="b"/>
            <a:pathLst>
              <a:path w="241427" h="221234">
                <a:moveTo>
                  <a:pt x="241427" y="110617"/>
                </a:moveTo>
                <a:lnTo>
                  <a:pt x="113284" y="0"/>
                </a:lnTo>
                <a:lnTo>
                  <a:pt x="113284" y="61595"/>
                </a:lnTo>
                <a:lnTo>
                  <a:pt x="0" y="61595"/>
                </a:lnTo>
                <a:lnTo>
                  <a:pt x="0" y="159639"/>
                </a:lnTo>
                <a:lnTo>
                  <a:pt x="113284" y="159639"/>
                </a:lnTo>
                <a:lnTo>
                  <a:pt x="113284" y="221234"/>
                </a:lnTo>
                <a:lnTo>
                  <a:pt x="241427" y="110617"/>
                </a:lnTo>
                <a:close/>
              </a:path>
            </a:pathLst>
          </a:custGeom>
          <a:solidFill xmlns:a="http://schemas.openxmlformats.org/drawingml/2006/main">
            <a:srgbClr val="838384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3" name="任意多边形: 形状 492">
            <a:extLst xmlns:a="http://schemas.openxmlformats.org/drawingml/2006/main">
              <a:ext uri="{FF2B5EF4-FFF2-40B4-BE49-F238E27FC236}">
                <a16:creationId xmlns:a16="http://schemas.microsoft.com/office/drawing/2014/main" id="{1173511C-00BD-45C6-11EA-37708120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548" y="2193289"/>
            <a:ext cx="543941" cy="12700"/>
          </a:xfrm>
          <a:custGeom xmlns:a="http://schemas.openxmlformats.org/drawingml/2006/main">
            <a:rect l="l" t="t" r="r" b="b"/>
            <a:pathLst>
              <a:path w="543941" h="12700">
                <a:moveTo>
                  <a:pt x="0" y="0"/>
                </a:moveTo>
                <a:lnTo>
                  <a:pt x="543941" y="0"/>
                </a:lnTo>
              </a:path>
            </a:pathLst>
          </a:custGeom>
          <a:ln xmlns:a="http://schemas.openxmlformats.org/drawingml/2006/main" w="11047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4" name="任意多边形: 形状 493">
            <a:extLst xmlns:a="http://schemas.openxmlformats.org/drawingml/2006/main">
              <a:ext uri="{FF2B5EF4-FFF2-40B4-BE49-F238E27FC236}">
                <a16:creationId xmlns:a16="http://schemas.microsoft.com/office/drawing/2014/main" id="{4BA9AE1D-DADB-96AB-3D87-CC9FA97E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936878"/>
            <a:ext cx="12700" cy="1596390"/>
          </a:xfrm>
          <a:custGeom xmlns:a="http://schemas.openxmlformats.org/drawingml/2006/main">
            <a:rect l="l" t="t" r="r" b="b"/>
            <a:pathLst>
              <a:path w="12700" h="1596390">
                <a:moveTo>
                  <a:pt x="0" y="1596390"/>
                </a:moveTo>
                <a:lnTo>
                  <a:pt x="0" y="0"/>
                </a:lnTo>
              </a:path>
            </a:pathLst>
          </a:custGeom>
          <a:ln xmlns:a="http://schemas.openxmlformats.org/drawingml/2006/main" w="11047">
            <a:solidFill>
              <a:srgbClr val="EF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6" name="任意多边形: 形状 495">
            <a:extLst xmlns:a="http://schemas.openxmlformats.org/drawingml/2006/main">
              <a:ext uri="{FF2B5EF4-FFF2-40B4-BE49-F238E27FC236}">
                <a16:creationId xmlns:a16="http://schemas.microsoft.com/office/drawing/2014/main" id="{EA0FD09C-464D-2344-37FD-FFC2853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4903" y="3972178"/>
            <a:ext cx="1028191" cy="446151"/>
          </a:xfrm>
          <a:custGeom xmlns:a="http://schemas.openxmlformats.org/drawingml/2006/main">
            <a:rect l="l" t="t" r="r" b="b"/>
            <a:pathLst>
              <a:path w="1028191" h="446151">
                <a:moveTo>
                  <a:pt x="1028192" y="0"/>
                </a:moveTo>
                <a:lnTo>
                  <a:pt x="1028192" y="446151"/>
                </a:lnTo>
                <a:lnTo>
                  <a:pt x="0" y="446151"/>
                </a:lnTo>
              </a:path>
            </a:pathLst>
          </a:custGeom>
          <a:noFill xmlns:a="http://schemas.openxmlformats.org/drawingml/2006/main"/>
          <a:ln xmlns:a="http://schemas.openxmlformats.org/drawingml/2006/main" w="12190">
            <a:solidFill>
              <a:srgbClr val="14633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7" name="任意多边形: 形状 496">
            <a:extLst xmlns:a="http://schemas.openxmlformats.org/drawingml/2006/main">
              <a:ext uri="{FF2B5EF4-FFF2-40B4-BE49-F238E27FC236}">
                <a16:creationId xmlns:a16="http://schemas.microsoft.com/office/drawing/2014/main" id="{A471AC89-D0A4-B99C-E173-D59A22CB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1623" y="4360544"/>
            <a:ext cx="103758" cy="115570"/>
          </a:xfrm>
          <a:custGeom xmlns:a="http://schemas.openxmlformats.org/drawingml/2006/main">
            <a:rect l="l" t="t" r="r" b="b"/>
            <a:pathLst>
              <a:path w="103758" h="115570">
                <a:moveTo>
                  <a:pt x="0" y="57785"/>
                </a:moveTo>
                <a:cubicBezTo>
                  <a:pt x="34417" y="44958"/>
                  <a:pt x="77216" y="23114"/>
                  <a:pt x="103759" y="0"/>
                </a:cubicBezTo>
                <a:lnTo>
                  <a:pt x="82931" y="57785"/>
                </a:lnTo>
                <a:lnTo>
                  <a:pt x="103759" y="115570"/>
                </a:lnTo>
                <a:cubicBezTo>
                  <a:pt x="77216" y="92456"/>
                  <a:pt x="34417" y="70612"/>
                  <a:pt x="0" y="57785"/>
                </a:cubicBezTo>
                <a:close/>
              </a:path>
            </a:pathLst>
          </a:custGeom>
          <a:solidFill xmlns:a="http://schemas.openxmlformats.org/drawingml/2006/main">
            <a:srgbClr val="146334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9" name="任意多边形: 形状 498">
            <a:extLst xmlns:a="http://schemas.openxmlformats.org/drawingml/2006/main">
              <a:ext uri="{FF2B5EF4-FFF2-40B4-BE49-F238E27FC236}">
                <a16:creationId xmlns:a16="http://schemas.microsoft.com/office/drawing/2014/main" id="{23F6A71C-6D9B-4BD0-9819-BE1CB03A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020" y="3972178"/>
            <a:ext cx="787527" cy="446151"/>
          </a:xfrm>
          <a:custGeom xmlns:a="http://schemas.openxmlformats.org/drawingml/2006/main">
            <a:rect l="l" t="t" r="r" b="b"/>
            <a:pathLst>
              <a:path w="787527" h="446151">
                <a:moveTo>
                  <a:pt x="0" y="0"/>
                </a:moveTo>
                <a:lnTo>
                  <a:pt x="0" y="446151"/>
                </a:lnTo>
                <a:lnTo>
                  <a:pt x="787527" y="446151"/>
                </a:lnTo>
              </a:path>
            </a:pathLst>
          </a:custGeom>
          <a:noFill xmlns:a="http://schemas.openxmlformats.org/drawingml/2006/main"/>
          <a:ln xmlns:a="http://schemas.openxmlformats.org/drawingml/2006/main" w="12190">
            <a:solidFill>
              <a:srgbClr val="E600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0" name="任意多边形: 形状 499">
            <a:extLst xmlns:a="http://schemas.openxmlformats.org/drawingml/2006/main">
              <a:ext uri="{FF2B5EF4-FFF2-40B4-BE49-F238E27FC236}">
                <a16:creationId xmlns:a16="http://schemas.microsoft.com/office/drawing/2014/main" id="{1C90B8B7-2523-3DBC-C351-ED53A5F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5067" y="4360544"/>
            <a:ext cx="103759" cy="115570"/>
          </a:xfrm>
          <a:custGeom xmlns:a="http://schemas.openxmlformats.org/drawingml/2006/main">
            <a:rect l="l" t="t" r="r" b="b"/>
            <a:pathLst>
              <a:path w="103759" h="115570">
                <a:moveTo>
                  <a:pt x="103760" y="57785"/>
                </a:moveTo>
                <a:cubicBezTo>
                  <a:pt x="69343" y="70612"/>
                  <a:pt x="26544" y="92456"/>
                  <a:pt x="0" y="115570"/>
                </a:cubicBezTo>
                <a:lnTo>
                  <a:pt x="20828" y="57785"/>
                </a:lnTo>
                <a:lnTo>
                  <a:pt x="0" y="0"/>
                </a:lnTo>
                <a:cubicBezTo>
                  <a:pt x="26544" y="23114"/>
                  <a:pt x="69343" y="44958"/>
                  <a:pt x="103760" y="57785"/>
                </a:cubicBezTo>
                <a:close/>
              </a:path>
            </a:pathLst>
          </a:custGeom>
          <a:solidFill xmlns:a="http://schemas.openxmlformats.org/drawingml/2006/main">
            <a:srgbClr val="E60012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2" name="任意多边形: 形状 501">
            <a:extLst xmlns:a="http://schemas.openxmlformats.org/drawingml/2006/main">
              <a:ext uri="{FF2B5EF4-FFF2-40B4-BE49-F238E27FC236}">
                <a16:creationId xmlns:a16="http://schemas.microsoft.com/office/drawing/2014/main" id="{A8A46C84-F860-CEEA-08BB-19E733E7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1414" y="5593079"/>
            <a:ext cx="240665" cy="127762"/>
          </a:xfrm>
          <a:custGeom xmlns:a="http://schemas.openxmlformats.org/drawingml/2006/main">
            <a:rect l="l" t="t" r="r" b="b"/>
            <a:pathLst>
              <a:path w="240665" h="127762">
                <a:moveTo>
                  <a:pt x="240665" y="0"/>
                </a:moveTo>
                <a:lnTo>
                  <a:pt x="0" y="127762"/>
                </a:lnTo>
              </a:path>
            </a:pathLst>
          </a:custGeom>
          <a:ln xmlns:a="http://schemas.openxmlformats.org/drawingml/2006/main" w="12190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3" name="任意多边形: 形状 502">
            <a:extLst xmlns:a="http://schemas.openxmlformats.org/drawingml/2006/main">
              <a:ext uri="{FF2B5EF4-FFF2-40B4-BE49-F238E27FC236}">
                <a16:creationId xmlns:a16="http://schemas.microsoft.com/office/drawing/2014/main" id="{8CE2E28B-6A94-D8BB-787D-C72B332E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6517" y="5655563"/>
            <a:ext cx="118744" cy="101980"/>
          </a:xfrm>
          <a:custGeom xmlns:a="http://schemas.openxmlformats.org/drawingml/2006/main">
            <a:rect l="l" t="t" r="r" b="b"/>
            <a:pathLst>
              <a:path w="118744" h="101980">
                <a:moveTo>
                  <a:pt x="127" y="99695"/>
                </a:moveTo>
                <a:cubicBezTo>
                  <a:pt x="24638" y="72263"/>
                  <a:pt x="52070" y="32893"/>
                  <a:pt x="64643" y="0"/>
                </a:cubicBezTo>
                <a:lnTo>
                  <a:pt x="73279" y="60833"/>
                </a:lnTo>
                <a:lnTo>
                  <a:pt x="118745" y="101981"/>
                </a:lnTo>
                <a:cubicBezTo>
                  <a:pt x="84455" y="93980"/>
                  <a:pt x="36449" y="94742"/>
                  <a:pt x="0" y="99695"/>
                </a:cubicBezTo>
                <a:close/>
              </a:path>
            </a:pathLst>
          </a:custGeom>
          <a:solidFill xmlns:a="http://schemas.openxmlformats.org/drawingml/2006/main">
            <a:srgbClr val="231815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5" name="任意多边形: 形状 504">
            <a:extLst xmlns:a="http://schemas.openxmlformats.org/drawingml/2006/main">
              <a:ext uri="{FF2B5EF4-FFF2-40B4-BE49-F238E27FC236}">
                <a16:creationId xmlns:a16="http://schemas.microsoft.com/office/drawing/2014/main" id="{BFBD3C48-5C4A-2420-6702-5A03C71D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2938" y="6082410"/>
            <a:ext cx="261874" cy="123825"/>
          </a:xfrm>
          <a:custGeom xmlns:a="http://schemas.openxmlformats.org/drawingml/2006/main">
            <a:rect l="l" t="t" r="r" b="b"/>
            <a:pathLst>
              <a:path w="261874" h="123825">
                <a:moveTo>
                  <a:pt x="261874" y="123825"/>
                </a:moveTo>
                <a:lnTo>
                  <a:pt x="0" y="0"/>
                </a:lnTo>
              </a:path>
            </a:pathLst>
          </a:custGeom>
          <a:ln xmlns:a="http://schemas.openxmlformats.org/drawingml/2006/main" w="12190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6" name="任意多边形: 形状 505">
            <a:extLst xmlns:a="http://schemas.openxmlformats.org/drawingml/2006/main">
              <a:ext uri="{FF2B5EF4-FFF2-40B4-BE49-F238E27FC236}">
                <a16:creationId xmlns:a16="http://schemas.microsoft.com/office/drawing/2014/main" id="{F5DF2CDF-C883-96C6-8A40-DA74B4EE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6517" y="6043294"/>
            <a:ext cx="118617" cy="104394"/>
          </a:xfrm>
          <a:custGeom xmlns:a="http://schemas.openxmlformats.org/drawingml/2006/main">
            <a:rect l="l" t="t" r="r" b="b"/>
            <a:pathLst>
              <a:path w="118617" h="104394">
                <a:moveTo>
                  <a:pt x="127" y="7874"/>
                </a:moveTo>
                <a:cubicBezTo>
                  <a:pt x="36830" y="11049"/>
                  <a:pt x="84709" y="9525"/>
                  <a:pt x="118618" y="0"/>
                </a:cubicBezTo>
                <a:lnTo>
                  <a:pt x="75057" y="43307"/>
                </a:lnTo>
                <a:lnTo>
                  <a:pt x="69215" y="104394"/>
                </a:lnTo>
                <a:cubicBezTo>
                  <a:pt x="55118" y="72136"/>
                  <a:pt x="25781" y="34163"/>
                  <a:pt x="0" y="7874"/>
                </a:cubicBezTo>
                <a:close/>
              </a:path>
            </a:pathLst>
          </a:custGeom>
          <a:solidFill xmlns:a="http://schemas.openxmlformats.org/drawingml/2006/main">
            <a:srgbClr val="231815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8" name="任意多边形: 形状 507">
            <a:extLst xmlns:a="http://schemas.openxmlformats.org/drawingml/2006/main">
              <a:ext uri="{FF2B5EF4-FFF2-40B4-BE49-F238E27FC236}">
                <a16:creationId xmlns:a16="http://schemas.microsoft.com/office/drawing/2014/main" id="{E9885C7F-16A3-7D27-419D-1804AEA8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2372" y="6004813"/>
            <a:ext cx="417956" cy="12700"/>
          </a:xfrm>
          <a:custGeom xmlns:a="http://schemas.openxmlformats.org/drawingml/2006/main">
            <a:rect l="l" t="t" r="r" b="b"/>
            <a:pathLst>
              <a:path w="417956" h="12700">
                <a:moveTo>
                  <a:pt x="417957" y="0"/>
                </a:moveTo>
                <a:lnTo>
                  <a:pt x="0" y="0"/>
                </a:lnTo>
              </a:path>
            </a:pathLst>
          </a:custGeom>
          <a:ln xmlns:a="http://schemas.openxmlformats.org/drawingml/2006/main" w="11174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9" name="任意多边形: 形状 508">
            <a:extLst xmlns:a="http://schemas.openxmlformats.org/drawingml/2006/main">
              <a:ext uri="{FF2B5EF4-FFF2-40B4-BE49-F238E27FC236}">
                <a16:creationId xmlns:a16="http://schemas.microsoft.com/office/drawing/2014/main" id="{16B80277-527D-3128-4000-39E6574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2108" y="5949060"/>
            <a:ext cx="96646" cy="111505"/>
          </a:xfrm>
          <a:custGeom xmlns:a="http://schemas.openxmlformats.org/drawingml/2006/main">
            <a:rect l="l" t="t" r="r" b="b"/>
            <a:pathLst>
              <a:path w="96646" h="111505">
                <a:moveTo>
                  <a:pt x="96647" y="0"/>
                </a:moveTo>
                <a:lnTo>
                  <a:pt x="0" y="55753"/>
                </a:lnTo>
                <a:lnTo>
                  <a:pt x="96647" y="111506"/>
                </a:lnTo>
                <a:lnTo>
                  <a:pt x="96647" y="0"/>
                </a:lnTo>
                <a:close/>
              </a:path>
            </a:pathLst>
          </a:custGeom>
          <a:solidFill xmlns:a="http://schemas.openxmlformats.org/drawingml/2006/main">
            <a:srgbClr val="231815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0" name="任意多边形: 形状 509">
            <a:extLst xmlns:a="http://schemas.openxmlformats.org/drawingml/2006/main">
              <a:ext uri="{FF2B5EF4-FFF2-40B4-BE49-F238E27FC236}">
                <a16:creationId xmlns:a16="http://schemas.microsoft.com/office/drawing/2014/main" id="{548D2CDE-8A85-819F-16F2-953D94F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07" y="5077586"/>
            <a:ext cx="1985264" cy="1057656"/>
          </a:xfrm>
          <a:custGeom xmlns:a="http://schemas.openxmlformats.org/drawingml/2006/main">
            <a:rect l="l" t="t" r="r" b="b"/>
            <a:pathLst>
              <a:path w="1985264" h="1057656">
                <a:moveTo>
                  <a:pt x="1924812" y="0"/>
                </a:moveTo>
                <a:cubicBezTo>
                  <a:pt x="1958198" y="0"/>
                  <a:pt x="1985264" y="27065"/>
                  <a:pt x="1985264" y="60452"/>
                </a:cubicBezTo>
                <a:lnTo>
                  <a:pt x="1985264" y="997204"/>
                </a:lnTo>
                <a:cubicBezTo>
                  <a:pt x="1985264" y="1030591"/>
                  <a:pt x="1958199" y="1057657"/>
                  <a:pt x="1924812" y="1057657"/>
                </a:cubicBezTo>
                <a:lnTo>
                  <a:pt x="60452" y="1057657"/>
                </a:lnTo>
                <a:cubicBezTo>
                  <a:pt x="27065" y="1057657"/>
                  <a:pt x="0" y="1030591"/>
                  <a:pt x="0" y="997204"/>
                </a:cubicBezTo>
                <a:lnTo>
                  <a:pt x="0" y="60452"/>
                </a:lnTo>
                <a:cubicBezTo>
                  <a:pt x="0" y="27065"/>
                  <a:pt x="27065" y="0"/>
                  <a:pt x="6045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90">
            <a:solidFill>
              <a:srgbClr val="1870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1" name="任意多边形: 形状 510">
            <a:extLst xmlns:a="http://schemas.openxmlformats.org/drawingml/2006/main">
              <a:ext uri="{FF2B5EF4-FFF2-40B4-BE49-F238E27FC236}">
                <a16:creationId xmlns:a16="http://schemas.microsoft.com/office/drawing/2014/main" id="{F109E718-3A69-908B-998E-F7CA835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07" y="6271005"/>
            <a:ext cx="1985264" cy="841629"/>
          </a:xfrm>
          <a:custGeom xmlns:a="http://schemas.openxmlformats.org/drawingml/2006/main">
            <a:rect l="l" t="t" r="r" b="b"/>
            <a:pathLst>
              <a:path w="1985264" h="841629">
                <a:moveTo>
                  <a:pt x="1931416" y="0"/>
                </a:moveTo>
                <a:cubicBezTo>
                  <a:pt x="1961155" y="0"/>
                  <a:pt x="1985264" y="24109"/>
                  <a:pt x="1985264" y="53848"/>
                </a:cubicBezTo>
                <a:lnTo>
                  <a:pt x="1985264" y="787781"/>
                </a:lnTo>
                <a:cubicBezTo>
                  <a:pt x="1985264" y="817520"/>
                  <a:pt x="1961155" y="841629"/>
                  <a:pt x="1931416" y="841629"/>
                </a:cubicBezTo>
                <a:lnTo>
                  <a:pt x="53848" y="841629"/>
                </a:lnTo>
                <a:cubicBezTo>
                  <a:pt x="24108" y="841629"/>
                  <a:pt x="0" y="817520"/>
                  <a:pt x="0" y="787781"/>
                </a:cubicBezTo>
                <a:lnTo>
                  <a:pt x="0" y="53848"/>
                </a:lnTo>
                <a:cubicBezTo>
                  <a:pt x="0" y="24109"/>
                  <a:pt x="24108" y="0"/>
                  <a:pt x="5384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90">
            <a:solidFill>
              <a:srgbClr val="1870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3" name="任意多边形: 形状 512">
            <a:extLst xmlns:a="http://schemas.openxmlformats.org/drawingml/2006/main">
              <a:ext uri="{FF2B5EF4-FFF2-40B4-BE49-F238E27FC236}">
                <a16:creationId xmlns:a16="http://schemas.microsoft.com/office/drawing/2014/main" id="{74C3BD09-D178-5F56-2ADD-D4DBE881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6213" y="6135242"/>
            <a:ext cx="12700" cy="37338"/>
          </a:xfrm>
          <a:custGeom xmlns:a="http://schemas.openxmlformats.org/drawingml/2006/main">
            <a:rect l="l" t="t" r="r" b="b"/>
            <a:pathLst>
              <a:path w="12700" h="37338">
                <a:moveTo>
                  <a:pt x="0" y="0"/>
                </a:moveTo>
                <a:lnTo>
                  <a:pt x="0" y="37338"/>
                </a:lnTo>
              </a:path>
            </a:pathLst>
          </a:custGeom>
          <a:ln xmlns:a="http://schemas.openxmlformats.org/drawingml/2006/main" w="12190">
            <a:solidFill>
              <a:srgbClr val="1870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4" name="任意多边形: 形状 513">
            <a:extLst xmlns:a="http://schemas.openxmlformats.org/drawingml/2006/main">
              <a:ext uri="{FF2B5EF4-FFF2-40B4-BE49-F238E27FC236}">
                <a16:creationId xmlns:a16="http://schemas.microsoft.com/office/drawing/2014/main" id="{9863AF91-5BB3-DC2D-2554-F83768A5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8428" y="6142100"/>
            <a:ext cx="115569" cy="103758"/>
          </a:xfrm>
          <a:custGeom xmlns:a="http://schemas.openxmlformats.org/drawingml/2006/main">
            <a:rect l="l" t="t" r="r" b="b"/>
            <a:pathLst>
              <a:path w="115569" h="103758">
                <a:moveTo>
                  <a:pt x="57785" y="103759"/>
                </a:moveTo>
                <a:cubicBezTo>
                  <a:pt x="44958" y="69342"/>
                  <a:pt x="23114" y="26543"/>
                  <a:pt x="0" y="0"/>
                </a:cubicBezTo>
                <a:lnTo>
                  <a:pt x="57785" y="20828"/>
                </a:lnTo>
                <a:lnTo>
                  <a:pt x="115570" y="0"/>
                </a:lnTo>
                <a:cubicBezTo>
                  <a:pt x="92456" y="26543"/>
                  <a:pt x="70612" y="69342"/>
                  <a:pt x="57785" y="103759"/>
                </a:cubicBezTo>
                <a:close/>
              </a:path>
            </a:pathLst>
          </a:custGeom>
          <a:solidFill xmlns:a="http://schemas.openxmlformats.org/drawingml/2006/main">
            <a:srgbClr val="187038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6" name="任意多边形: 形状 515">
            <a:extLst xmlns:a="http://schemas.openxmlformats.org/drawingml/2006/main">
              <a:ext uri="{FF2B5EF4-FFF2-40B4-BE49-F238E27FC236}">
                <a16:creationId xmlns:a16="http://schemas.microsoft.com/office/drawing/2014/main" id="{E7DCE592-043D-AC47-A2C9-E0721A9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521" y="5708522"/>
            <a:ext cx="248030" cy="12700"/>
          </a:xfrm>
          <a:custGeom xmlns:a="http://schemas.openxmlformats.org/drawingml/2006/main">
            <a:rect l="l" t="t" r="r" b="b"/>
            <a:pathLst>
              <a:path w="248030" h="12700">
                <a:moveTo>
                  <a:pt x="0" y="0"/>
                </a:moveTo>
                <a:lnTo>
                  <a:pt x="248031" y="0"/>
                </a:lnTo>
              </a:path>
            </a:pathLst>
          </a:custGeom>
          <a:ln xmlns:a="http://schemas.openxmlformats.org/drawingml/2006/main" w="12190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7" name="任意多边形: 形状 516">
            <a:extLst xmlns:a="http://schemas.openxmlformats.org/drawingml/2006/main">
              <a:ext uri="{FF2B5EF4-FFF2-40B4-BE49-F238E27FC236}">
                <a16:creationId xmlns:a16="http://schemas.microsoft.com/office/drawing/2014/main" id="{29EA15CA-B8B5-B15F-E315-7A0C446A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3898" y="5648070"/>
            <a:ext cx="104775" cy="121030"/>
          </a:xfrm>
          <a:custGeom xmlns:a="http://schemas.openxmlformats.org/drawingml/2006/main">
            <a:rect l="l" t="t" r="r" b="b"/>
            <a:pathLst>
              <a:path w="104775" h="121030">
                <a:moveTo>
                  <a:pt x="0" y="121031"/>
                </a:moveTo>
                <a:lnTo>
                  <a:pt x="104775" y="60452"/>
                </a:lnTo>
                <a:lnTo>
                  <a:pt x="0" y="0"/>
                </a:lnTo>
                <a:lnTo>
                  <a:pt x="0" y="121031"/>
                </a:lnTo>
                <a:close/>
              </a:path>
            </a:pathLst>
          </a:custGeom>
          <a:solidFill xmlns:a="http://schemas.openxmlformats.org/drawingml/2006/main">
            <a:srgbClr val="231815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19" name="任意多边形: 形状 518">
            <a:extLst xmlns:a="http://schemas.openxmlformats.org/drawingml/2006/main">
              <a:ext uri="{FF2B5EF4-FFF2-40B4-BE49-F238E27FC236}">
                <a16:creationId xmlns:a16="http://schemas.microsoft.com/office/drawing/2014/main" id="{88F6AE53-9C95-3CA9-C78A-54462085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2296" y="5708522"/>
            <a:ext cx="248157" cy="12700"/>
          </a:xfrm>
          <a:custGeom xmlns:a="http://schemas.openxmlformats.org/drawingml/2006/main">
            <a:rect l="l" t="t" r="r" b="b"/>
            <a:pathLst>
              <a:path w="248157" h="12700">
                <a:moveTo>
                  <a:pt x="0" y="0"/>
                </a:moveTo>
                <a:lnTo>
                  <a:pt x="248158" y="0"/>
                </a:lnTo>
              </a:path>
            </a:pathLst>
          </a:custGeom>
          <a:ln xmlns:a="http://schemas.openxmlformats.org/drawingml/2006/main" w="12190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20" name="任意多边形: 形状 519">
            <a:extLst xmlns:a="http://schemas.openxmlformats.org/drawingml/2006/main">
              <a:ext uri="{FF2B5EF4-FFF2-40B4-BE49-F238E27FC236}">
                <a16:creationId xmlns:a16="http://schemas.microsoft.com/office/drawing/2014/main" id="{88A47491-96A3-65FC-EB38-E8C3B714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2673" y="5648070"/>
            <a:ext cx="104902" cy="121030"/>
          </a:xfrm>
          <a:custGeom xmlns:a="http://schemas.openxmlformats.org/drawingml/2006/main">
            <a:rect l="l" t="t" r="r" b="b"/>
            <a:pathLst>
              <a:path w="104902" h="121030">
                <a:moveTo>
                  <a:pt x="0" y="121031"/>
                </a:moveTo>
                <a:lnTo>
                  <a:pt x="104902" y="60452"/>
                </a:lnTo>
                <a:lnTo>
                  <a:pt x="0" y="0"/>
                </a:lnTo>
                <a:lnTo>
                  <a:pt x="0" y="121031"/>
                </a:lnTo>
                <a:close/>
              </a:path>
            </a:pathLst>
          </a:custGeom>
          <a:solidFill xmlns:a="http://schemas.openxmlformats.org/drawingml/2006/main">
            <a:srgbClr val="231815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22" name="任意多边形: 形状 521">
            <a:extLst xmlns:a="http://schemas.openxmlformats.org/drawingml/2006/main">
              <a:ext uri="{FF2B5EF4-FFF2-40B4-BE49-F238E27FC236}">
                <a16:creationId xmlns:a16="http://schemas.microsoft.com/office/drawing/2014/main" id="{7E7A2134-776F-E9CE-8A0F-5A0A867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327" y="5708522"/>
            <a:ext cx="248030" cy="12700"/>
          </a:xfrm>
          <a:custGeom xmlns:a="http://schemas.openxmlformats.org/drawingml/2006/main">
            <a:rect l="l" t="t" r="r" b="b"/>
            <a:pathLst>
              <a:path w="248030" h="12700">
                <a:moveTo>
                  <a:pt x="0" y="0"/>
                </a:moveTo>
                <a:lnTo>
                  <a:pt x="248032" y="0"/>
                </a:lnTo>
              </a:path>
            </a:pathLst>
          </a:custGeom>
          <a:ln xmlns:a="http://schemas.openxmlformats.org/drawingml/2006/main" w="12190">
            <a:solidFill>
              <a:srgbClr val="23181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23" name="任意多边形: 形状 522">
            <a:extLst xmlns:a="http://schemas.openxmlformats.org/drawingml/2006/main">
              <a:ext uri="{FF2B5EF4-FFF2-40B4-BE49-F238E27FC236}">
                <a16:creationId xmlns:a16="http://schemas.microsoft.com/office/drawing/2014/main" id="{BC439F4F-52E2-6B27-3F08-DDA62DD1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0705" y="5648070"/>
            <a:ext cx="104775" cy="121030"/>
          </a:xfrm>
          <a:custGeom xmlns:a="http://schemas.openxmlformats.org/drawingml/2006/main">
            <a:rect l="l" t="t" r="r" b="b"/>
            <a:pathLst>
              <a:path w="104775" h="121030">
                <a:moveTo>
                  <a:pt x="0" y="121031"/>
                </a:moveTo>
                <a:lnTo>
                  <a:pt x="104775" y="60452"/>
                </a:lnTo>
                <a:lnTo>
                  <a:pt x="0" y="0"/>
                </a:lnTo>
                <a:lnTo>
                  <a:pt x="0" y="121031"/>
                </a:lnTo>
                <a:close/>
              </a:path>
            </a:pathLst>
          </a:custGeom>
          <a:solidFill xmlns:a="http://schemas.openxmlformats.org/drawingml/2006/main">
            <a:srgbClr val="231815"/>
          </a:solidFill>
          <a:ln xmlns:a="http://schemas.openxmlformats.org/drawingml/2006/main" w="12698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4783FF6-8720-4EF0-A972-60FEB16B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423" y="226941"/>
            <a:ext cx="1321435" cy="623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266700">
              <a:lnSpc>
                <a:spcPct val="100000"/>
              </a:lnSpc>
              <a:spcBef>
                <a:spcPts val="135"/>
              </a:spcBef>
              <a:buNone/>
            </a:pPr>
            <a:r>
              <a:rPr sz="15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1550" spc="-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430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</a:t>
            </a:r>
            <a:r>
              <a:rPr sz="11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0	</a:t>
            </a: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</a:t>
            </a:r>
            <a:r>
              <a:rPr sz="1150" spc="-5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6D4927AE-E80A-4470-BBC2-77FB49B0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334" y="741197"/>
            <a:ext cx="919480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Pipeline</a:t>
            </a:r>
            <a:r>
              <a:rPr sz="1150" spc="-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Stages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FF40EBC3-DBC7-4523-AF93-69F6FD0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74" y="1574737"/>
            <a:ext cx="1351915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Data Parallel Pipelines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0A22D22-1EE3-4B7A-8309-AE90C75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737" y="2846390"/>
            <a:ext cx="883919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orker (GPU)</a:t>
            </a: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17E565D-9D70-4F7B-834D-35B2E727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499" y="3238610"/>
            <a:ext cx="856615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Faile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150" spc="-2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1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orker</a:t>
            </a: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34203FA3-DAFE-4B7C-9E0A-92E1E0FC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496" y="649698"/>
            <a:ext cx="458470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</a:t>
            </a:r>
            <a:r>
              <a:rPr sz="1150" spc="-6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2630FE6-8B2F-4725-95D2-3DD34A2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545" y="649698"/>
            <a:ext cx="458470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</a:t>
            </a:r>
            <a:r>
              <a:rPr sz="1150" spc="-6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5FBC0B6-0FD8-4C38-B390-1AFA4533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934" y="1088687"/>
            <a:ext cx="612140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Pipeline</a:t>
            </a:r>
            <a:r>
              <a:rPr sz="1150" spc="-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694BA26D-FF88-4F7A-B987-9FD26FFD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504" y="2106827"/>
            <a:ext cx="612140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Pipeline</a:t>
            </a:r>
            <a:r>
              <a:rPr sz="1150" spc="-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FF88B509-6453-4277-AF03-7CA96C4B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325" y="3069600"/>
            <a:ext cx="612140" cy="200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1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Pipeline</a:t>
            </a:r>
            <a:r>
              <a:rPr sz="1150" spc="-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CCAF8D6C-62D3-4C90-88D5-0C321FF1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937" y="1499653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5B2F7D"/>
                </a:solidFill>
                <a:latin typeface="Times New Roman"/>
                <a:ea typeface="Times New Roman"/>
                <a:cs typeface="Times New Roman"/>
              </a:rPr>
              <a:t>₀,₃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26AB61-CDAA-4E3D-AF2B-A410DD0B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72" y="1499653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F04B29"/>
                </a:solidFill>
                <a:latin typeface="Times New Roman"/>
                <a:ea typeface="Times New Roman"/>
                <a:cs typeface="Times New Roman"/>
              </a:rPr>
              <a:t>₀,₀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04C8D32-647C-4D52-A2BA-6811BAB6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486" y="1499653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3F7AB2"/>
                </a:solidFill>
                <a:latin typeface="Times New Roman"/>
                <a:ea typeface="Times New Roman"/>
                <a:cs typeface="Times New Roman"/>
              </a:rPr>
              <a:t>₀,₁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D520C393-F547-44B8-8865-15D773E8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987" y="1499653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407E43"/>
                </a:solidFill>
                <a:latin typeface="Times New Roman"/>
                <a:ea typeface="Times New Roman"/>
                <a:cs typeface="Times New Roman"/>
              </a:rPr>
              <a:t>₀,₂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CB964C1F-A64C-4A57-9817-8175782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716" y="2512402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5B2F7D"/>
                </a:solidFill>
                <a:latin typeface="Times New Roman"/>
                <a:ea typeface="Times New Roman"/>
                <a:cs typeface="Times New Roman"/>
              </a:rPr>
              <a:t>₁,₃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BBC58EA-76D4-4FF4-8D83-D171873C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750" y="2512402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F04B29"/>
                </a:solidFill>
                <a:latin typeface="Times New Roman"/>
                <a:ea typeface="Times New Roman"/>
                <a:cs typeface="Times New Roman"/>
              </a:rPr>
              <a:t>₁,₀</a:t>
            </a: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BFBA2BB9-BE9F-448D-8F7E-E5E24600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265" y="2512402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3F7AB2"/>
                </a:solidFill>
                <a:latin typeface="Times New Roman"/>
                <a:ea typeface="Times New Roman"/>
                <a:cs typeface="Times New Roman"/>
              </a:rPr>
              <a:t>₁,₁</a:t>
            </a: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DE40458D-B294-4896-8CE8-C2C7F0C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765" y="2512402"/>
            <a:ext cx="381635" cy="264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407E43"/>
                </a:solidFill>
                <a:latin typeface="Times New Roman"/>
                <a:ea typeface="Times New Roman"/>
                <a:cs typeface="Times New Roman"/>
              </a:rPr>
              <a:t>₁,₂</a:t>
            </a: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05F8516-5D66-44EC-A221-F558564F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821" y="3500344"/>
            <a:ext cx="466026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751330">
              <a:lnSpc>
                <a:spcPct val="100000"/>
              </a:lnSpc>
              <a:spcBef>
                <a:spcPts val="110"/>
              </a:spcBef>
              <a:buNone/>
            </a:pP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F04B29"/>
                </a:solidFill>
                <a:latin typeface="Times New Roman"/>
                <a:ea typeface="Times New Roman"/>
                <a:cs typeface="Times New Roman"/>
              </a:rPr>
              <a:t>₂,₀	</a:t>
            </a: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3F7AB2"/>
                </a:solidFill>
                <a:latin typeface="Times New Roman"/>
                <a:ea typeface="Times New Roman"/>
                <a:cs typeface="Times New Roman"/>
              </a:rPr>
              <a:t>₂,₁	</a:t>
            </a:r>
            <a:r>
              <a:rPr sz="1550" spc="10">
                <a:solidFill>
                  <a:srgbClr val="0501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407E43"/>
                </a:solidFill>
                <a:latin typeface="Times New Roman"/>
                <a:ea typeface="Times New Roman"/>
                <a:cs typeface="Times New Roman"/>
              </a:rPr>
              <a:t>₂,₂	</a:t>
            </a:r>
            <a:r>
              <a:rPr sz="15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50">
                <a:solidFill>
                  <a:srgbClr val="5B2F7D"/>
                </a:solidFill>
                <a:latin typeface="Times New Roman"/>
                <a:ea typeface="Times New Roman"/>
                <a:cs typeface="Times New Roman"/>
              </a:rPr>
              <a:t>₂,₃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Wₓ,ᵧ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:</a:t>
            </a:r>
            <a:r>
              <a:rPr sz="12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Worker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mapped</a:t>
            </a: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to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Pipeline Stage</a:t>
            </a: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y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Data 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Parallel Pipeline </a:t>
            </a: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39141B50-75F2-4C89-87F8-06F9BB32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910" y="1503532"/>
            <a:ext cx="236220" cy="1754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vert270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735"/>
              </a:lnSpc>
              <a:buNone/>
            </a:pPr>
            <a:r>
              <a:rPr sz="15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5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Parallel</a:t>
            </a:r>
            <a:r>
              <a:rPr sz="15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Pipelines</a:t>
            </a: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123FCC5B-9718-4D1B-A152-8FF0674E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559" y="239378"/>
            <a:ext cx="3062605" cy="2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Failure</a:t>
            </a:r>
            <a:r>
              <a:rPr sz="14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Detection</a:t>
            </a:r>
            <a:r>
              <a:rPr sz="14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&amp;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Safe-Point</a:t>
            </a:r>
            <a:r>
              <a:rPr sz="14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Repair</a:t>
            </a: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8A663688-1CD2-44B9-AAF0-A2D13624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568" y="2579264"/>
            <a:ext cx="3298190" cy="1010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0489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869"/>
              </a:spcBef>
              <a:buNone/>
            </a:pP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Decision</a:t>
            </a:r>
          </a:p>
          <a:p xmlns:a="http://schemas.openxmlformats.org/drawingml/2006/main">
            <a:pPr marL="40640">
              <a:lnSpc>
                <a:spcPct val="100000"/>
              </a:lnSpc>
              <a:spcBef>
                <a:spcPts val="780"/>
              </a:spcBef>
              <a:buNone/>
            </a:pPr>
            <a:r>
              <a:rPr sz="1000" spc="5">
                <a:solidFill>
                  <a:srgbClr val="2C5B34"/>
                </a:solidFill>
                <a:latin typeface="Times New Roman"/>
                <a:ea typeface="Times New Roman"/>
                <a:cs typeface="Times New Roman"/>
              </a:rPr>
              <a:t>Hybrid</a:t>
            </a:r>
            <a:r>
              <a:rPr sz="1000">
                <a:solidFill>
                  <a:srgbClr val="2C5B3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C5B34"/>
                </a:solidFill>
                <a:latin typeface="Times New Roman"/>
                <a:ea typeface="Times New Roman"/>
                <a:cs typeface="Times New Roman"/>
              </a:rPr>
              <a:t>Recovery</a:t>
            </a:r>
            <a:r>
              <a:rPr sz="1000" spc="240">
                <a:solidFill>
                  <a:srgbClr val="2C5B3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if</a:t>
            </a:r>
            <a:r>
              <a:rPr sz="2175" spc="-1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2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1275" spc="209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spc="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≤</a:t>
            </a:r>
            <a:r>
              <a:rPr sz="2175" spc="-1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spc="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2175" spc="-12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spc="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≤</a:t>
            </a:r>
            <a:r>
              <a:rPr sz="2175" spc="-1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2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1275" spc="21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2175" spc="-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E'</a:t>
            </a:r>
            <a:r>
              <a:rPr sz="12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275" spc="22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 spc="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≤</a:t>
            </a:r>
            <a:r>
              <a:rPr sz="2175" spc="-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27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max</a:t>
            </a:r>
          </a:p>
          <a:p xmlns:a="http://schemas.openxmlformats.org/drawingml/2006/main">
            <a:pPr marL="789305">
              <a:lnSpc>
                <a:spcPct val="100000"/>
              </a:lnSpc>
              <a:spcBef>
                <a:spcPts val="1460"/>
              </a:spcBef>
              <a:buNone/>
            </a:pP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otherwise </a:t>
            </a:r>
            <a:r>
              <a:rPr sz="1050">
                <a:solidFill>
                  <a:srgbClr val="EE312E"/>
                </a:solidFill>
                <a:latin typeface="Times New Roman"/>
                <a:ea typeface="Times New Roman"/>
                <a:cs typeface="Times New Roman"/>
              </a:rPr>
              <a:t>Checkpoint</a:t>
            </a:r>
            <a:r>
              <a:rPr sz="1050" spc="5">
                <a:solidFill>
                  <a:srgbClr val="EE312E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EE312E"/>
                </a:solidFill>
                <a:latin typeface="Times New Roman"/>
                <a:ea typeface="Times New Roman"/>
                <a:cs typeface="Times New Roman"/>
              </a:rPr>
              <a:t>Restart</a:t>
            </a: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2CB02F3-BA53-4D73-9AFF-0E5973B8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586" y="918035"/>
            <a:ext cx="1678305" cy="470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110"/>
              </a:spcBef>
              <a:buNone/>
            </a:pP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Failure</a:t>
            </a:r>
            <a:r>
              <a:rPr sz="14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Detected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10"/>
              </a:spcBef>
              <a:buNone/>
            </a:pP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(failed</a:t>
            </a:r>
            <a:r>
              <a:rPr sz="14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at</a:t>
            </a:r>
            <a:r>
              <a:rPr sz="14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step</a:t>
            </a: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t)</a:t>
            </a:r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2FA8E84-D3EF-43B3-BFEC-2EF3B314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935" y="2166341"/>
            <a:ext cx="1990089" cy="522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369570">
              <a:lnSpc>
                <a:spcPct val="100000"/>
              </a:lnSpc>
              <a:spcBef>
                <a:spcPts val="110"/>
              </a:spcBef>
              <a:buNone/>
            </a:pP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Safe-Point </a:t>
            </a: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Repair</a:t>
            </a:r>
          </a:p>
          <a:p xmlns:a="http://schemas.openxmlformats.org/drawingml/2006/main">
            <a:pPr marL="120650" indent="-108585">
              <a:lnSpc>
                <a:spcPct val="100000"/>
              </a:lnSpc>
              <a:spcBef>
                <a:spcPts val="1255"/>
              </a:spcBef>
              <a:buChar char="•"/>
            </a:pP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Mark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rank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its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experts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RECOVERING</a:t>
            </a: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CA78EB69-F8F2-4E48-A22C-EEE55A5D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935" y="2833387"/>
            <a:ext cx="1418590" cy="1454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0650" indent="-108585">
              <a:lnSpc>
                <a:spcPct val="100000"/>
              </a:lnSpc>
              <a:spcBef>
                <a:spcPts val="135"/>
              </a:spcBef>
              <a:buChar char="•"/>
            </a:pP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Block</a:t>
            </a:r>
            <a:r>
              <a:rPr sz="7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7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optimizer</a:t>
            </a:r>
            <a:r>
              <a:rPr sz="7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commit</a:t>
            </a: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099527F-8D2B-478C-A975-36261B9F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935" y="3123225"/>
            <a:ext cx="1199515" cy="1454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0650" indent="-108585">
              <a:lnSpc>
                <a:spcPct val="100000"/>
              </a:lnSpc>
              <a:spcBef>
                <a:spcPts val="135"/>
              </a:spcBef>
              <a:buChar char="•"/>
            </a:pPr>
            <a:r>
              <a:rPr sz="7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Invalidate</a:t>
            </a:r>
            <a:r>
              <a:rPr sz="7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current iteration</a:t>
            </a: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8838CB2B-7656-4297-AD78-9617FBE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935" y="3413062"/>
            <a:ext cx="971550" cy="1454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0650" indent="-108585">
              <a:lnSpc>
                <a:spcPct val="100000"/>
              </a:lnSpc>
              <a:spcBef>
                <a:spcPts val="135"/>
              </a:spcBef>
              <a:buChar char="•"/>
            </a:pP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Enter</a:t>
            </a:r>
            <a:r>
              <a:rPr sz="750" spc="-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recovery</a:t>
            </a:r>
            <a:r>
              <a:rPr sz="750" spc="-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50" spc="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mode</a:t>
            </a: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53537351-B171-4B05-AB69-6580F820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680" y="243286"/>
            <a:ext cx="2569210" cy="2482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4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3. Rank-Exposure Guarded </a:t>
            </a:r>
            <a:r>
              <a:rPr sz="14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B7107B65-44CE-46BD-BABA-EF7FA38B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469" y="1126024"/>
            <a:ext cx="1811020" cy="186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56210" indent="-144145">
              <a:lnSpc>
                <a:spcPct val="100000"/>
              </a:lnSpc>
              <a:spcBef>
                <a:spcPts val="100"/>
              </a:spcBef>
              <a:buChar char="•"/>
            </a:pP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Checkpoint gap:</a:t>
            </a:r>
            <a:r>
              <a:rPr sz="1050" spc="-6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050" spc="-6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= t − t_ckpt</a:t>
            </a:r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8F91577-3DE1-4833-A2B3-65B74ECC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469" y="1408029"/>
            <a:ext cx="890269" cy="186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56210" indent="-144145">
              <a:lnSpc>
                <a:spcPct val="100000"/>
              </a:lnSpc>
              <a:spcBef>
                <a:spcPts val="100"/>
              </a:spcBef>
              <a:buChar char="•"/>
            </a:pPr>
            <a:r>
              <a:rPr sz="10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Failed</a:t>
            </a:r>
            <a:r>
              <a:rPr sz="1050" spc="-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rank:</a:t>
            </a:r>
            <a:r>
              <a:rPr sz="1050" spc="-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CFBF72BB-228E-4F17-8B52-63FD6F70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469" y="1690033"/>
            <a:ext cx="1796414" cy="186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56210" indent="-144145">
              <a:lnSpc>
                <a:spcPct val="100000"/>
              </a:lnSpc>
              <a:spcBef>
                <a:spcPts val="100"/>
              </a:spcBef>
              <a:buChar char="•"/>
            </a:pP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Rank-exposure</a:t>
            </a:r>
            <a:r>
              <a:rPr sz="1050" spc="-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after</a:t>
            </a:r>
            <a:r>
              <a:rPr sz="1050" spc="-2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recovery:</a:t>
            </a:r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AC674D2F-5519-4915-9D14-C1537BB9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831" y="2180573"/>
            <a:ext cx="58419" cy="144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sz="7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C6D10748-D611-4847-AB6B-F83E8A54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898" y="2053586"/>
            <a:ext cx="330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3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E'</a:t>
            </a:r>
            <a:r>
              <a:rPr sz="1300" spc="18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33A90873-0380-41B0-B336-F623247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099" y="1905260"/>
            <a:ext cx="54546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3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(S </a:t>
            </a:r>
            <a:r>
              <a:rPr sz="1300" spc="-6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300" spc="-7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Δ)</a:t>
            </a: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48E76536-975F-4AE8-B1DA-788B630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7644" y="2002245"/>
            <a:ext cx="214629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57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60"/>
              </a:spcBef>
              <a:buNone/>
            </a:pPr>
            <a:r>
              <a:rPr sz="7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  <a:p xmlns:a="http://schemas.openxmlformats.org/drawingml/2006/main">
            <a:pPr marL="41275">
              <a:lnSpc>
                <a:spcPct val="100000"/>
              </a:lnSpc>
              <a:spcBef>
                <a:spcPts val="445"/>
              </a:spcBef>
              <a:buNone/>
            </a:pPr>
            <a:r>
              <a:rPr sz="1300" spc="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C0A5469-3445-4548-9613-D2B7C6A3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527" y="1152922"/>
            <a:ext cx="1174115" cy="2336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46050" indent="-108585">
              <a:lnSpc>
                <a:spcPct val="100000"/>
              </a:lnSpc>
              <a:spcBef>
                <a:spcPts val="110"/>
              </a:spcBef>
              <a:buChar char="•"/>
            </a:pPr>
            <a:r>
              <a:rPr sz="13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200" spc="-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1200" spc="16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(min</a:t>
            </a:r>
            <a:r>
              <a:rPr sz="1350" spc="-2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gap)</a:t>
            </a: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CF6E86AD-DF0B-4A4C-A116-43C123B6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445" y="1499921"/>
            <a:ext cx="158940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46050" indent="-108585">
              <a:lnSpc>
                <a:spcPct val="100000"/>
              </a:lnSpc>
              <a:spcBef>
                <a:spcPts val="110"/>
              </a:spcBef>
              <a:buChar char="•"/>
            </a:pPr>
            <a:r>
              <a:rPr sz="13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Δ</a:t>
            </a:r>
            <a:r>
              <a:rPr sz="1200" spc="-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1200" spc="18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(max</a:t>
            </a:r>
            <a:r>
              <a:rPr sz="135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gap)</a:t>
            </a:r>
          </a:p>
          <a:p xmlns:a="http://schemas.openxmlformats.org/drawingml/2006/main">
            <a:pPr marL="146050" indent="-108585">
              <a:lnSpc>
                <a:spcPct val="100000"/>
              </a:lnSpc>
              <a:spcBef>
                <a:spcPts val="1115"/>
              </a:spcBef>
              <a:buChar char="•"/>
            </a:pPr>
            <a:r>
              <a:rPr sz="13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200" spc="-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1200" spc="172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(max</a:t>
            </a:r>
            <a:r>
              <a:rPr sz="1350" spc="-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exposure)</a:t>
            </a:r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8FB3F15-78A9-4DDA-83E6-DBB2364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1255" y="774036"/>
            <a:ext cx="469900" cy="238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4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Inputs</a:t>
            </a: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8298265-35A5-43F1-9478-2048C6A0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731" y="771372"/>
            <a:ext cx="815340" cy="238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4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Thresholds</a:t>
            </a: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C5B86C97-CE5B-4A3D-B4D1-6E0ED636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732" y="4187848"/>
            <a:ext cx="1054100" cy="186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50">
                <a:solidFill>
                  <a:srgbClr val="F2717B"/>
                </a:solidFill>
                <a:latin typeface="Times New Roman"/>
                <a:ea typeface="Times New Roman"/>
                <a:cs typeface="Times New Roman"/>
              </a:rPr>
              <a:t>Checkpoint</a:t>
            </a:r>
            <a:r>
              <a:rPr sz="1050" spc="-60">
                <a:solidFill>
                  <a:srgbClr val="F2717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F2717B"/>
                </a:solidFill>
                <a:latin typeface="Times New Roman"/>
                <a:ea typeface="Times New Roman"/>
                <a:cs typeface="Times New Roman"/>
              </a:rPr>
              <a:t>Restart</a:t>
            </a: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868C659-2126-4F7C-8BA4-A4684E85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657" y="4196403"/>
            <a:ext cx="949960" cy="186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50" spc="-5">
                <a:solidFill>
                  <a:srgbClr val="2F6439"/>
                </a:solidFill>
                <a:latin typeface="Times New Roman"/>
                <a:ea typeface="Times New Roman"/>
                <a:cs typeface="Times New Roman"/>
              </a:rPr>
              <a:t>Hybrid</a:t>
            </a:r>
            <a:r>
              <a:rPr sz="1050" spc="-55">
                <a:solidFill>
                  <a:srgbClr val="2F643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>
                <a:solidFill>
                  <a:srgbClr val="2F6439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A7418C38-2DD5-4FBF-B36A-56A6A04A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315" y="7172212"/>
            <a:ext cx="6208395" cy="7168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6830" rIns="0" bIns="0">
            <a:spAutoFit/>
          </a:bodyPr>
          <a:lstStyle xmlns:a="http://schemas.openxmlformats.org/drawingml/2006/main"/>
          <a:p xmlns:a="http://schemas.openxmlformats.org/drawingml/2006/main">
            <a:pPr marL="1638935">
              <a:lnSpc>
                <a:spcPct val="100000"/>
              </a:lnSpc>
              <a:spcBef>
                <a:spcPts val="290"/>
              </a:spcBef>
              <a:buNone/>
            </a:pPr>
            <a:r>
              <a:rPr sz="1150" spc="10">
                <a:solidFill>
                  <a:srgbClr val="4D7D4A"/>
                </a:solidFill>
                <a:latin typeface="Times New Roman"/>
                <a:ea typeface="Times New Roman"/>
                <a:cs typeface="Times New Roman"/>
              </a:rPr>
              <a:t>Reintegration</a:t>
            </a:r>
            <a:r>
              <a:rPr sz="1150" spc="-15">
                <a:solidFill>
                  <a:srgbClr val="4D7D4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50" spc="5">
                <a:solidFill>
                  <a:srgbClr val="4D7D4A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80"/>
              </a:spcBef>
              <a:buNone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(Refresh expert directory </a:t>
            </a:r>
            <a:r>
              <a:rPr sz="1000" spc="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dispatch topology; update process groups,</a:t>
            </a:r>
            <a:r>
              <a:rPr sz="10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move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rank r to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HEALTHY)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20"/>
              </a:spcBef>
              <a:buNone/>
            </a:p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F3E81BB1-DC33-41EB-8E74-75CD5A53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916" y="4525952"/>
            <a:ext cx="3023235" cy="226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4"/>
              </a:spcBef>
              <a:buNone/>
            </a:pPr>
            <a:r>
              <a:rPr sz="13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4a.</a:t>
            </a:r>
            <a:r>
              <a:rPr sz="13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MoE-aware Hybrid </a:t>
            </a:r>
            <a:r>
              <a:rPr sz="13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Recovery</a:t>
            </a:r>
            <a:r>
              <a:rPr sz="13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(Fast</a:t>
            </a:r>
            <a:r>
              <a:rPr sz="13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Path)</a:t>
            </a: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78269F1-1D93-4F7B-9722-63A2783E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811" y="4759880"/>
            <a:ext cx="1325880" cy="427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 indent="86360">
              <a:lnSpc>
                <a:spcPct val="131900"/>
              </a:lnSpc>
              <a:spcBef>
                <a:spcPts val="90"/>
              </a:spcBef>
              <a:buNone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Dense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/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Router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States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(from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Healthy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Pipelines)</a:t>
            </a: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E6B9DDC7-65B2-4495-856E-9F2E0A8C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687" y="5651479"/>
            <a:ext cx="751840" cy="339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130"/>
              </a:spcBef>
              <a:buNone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</a:t>
            </a:r>
            <a:r>
              <a:rPr sz="10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35"/>
              </a:spcBef>
              <a:buNone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(replacement)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4B698459-68A9-47F5-B81F-B6DC62C6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041" y="5420043"/>
            <a:ext cx="26543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sync</a:t>
            </a: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F1632E7-A87C-491E-9F9D-B765EC8F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163" y="6188271"/>
            <a:ext cx="26543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sync</a:t>
            </a:r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5E5C59DC-938F-4797-A618-0E6EF564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913" y="5320089"/>
            <a:ext cx="527685" cy="339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</a:t>
            </a:r>
            <a:r>
              <a:rPr sz="1000" spc="-6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i+1</a:t>
            </a:r>
          </a:p>
          <a:p xmlns:a="http://schemas.openxmlformats.org/drawingml/2006/main">
            <a:pPr marL="41910">
              <a:lnSpc>
                <a:spcPct val="100000"/>
              </a:lnSpc>
              <a:spcBef>
                <a:spcPts val="35"/>
              </a:spcBef>
              <a:buNone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(healthy)</a:t>
            </a: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36C87D6E-6773-4D10-9F55-35BCE299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158" y="6078898"/>
            <a:ext cx="512445" cy="319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27305" indent="-15240">
              <a:lnSpc>
                <a:spcPct val="103000"/>
              </a:lnSpc>
              <a:spcBef>
                <a:spcPts val="95"/>
              </a:spcBef>
              <a:buNone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 </a:t>
            </a:r>
            <a:r>
              <a:rPr sz="1000" spc="-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(healthy)</a:t>
            </a: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50867D73-E5A0-4A8F-967A-D7121956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405" y="6419446"/>
            <a:ext cx="1360805" cy="642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4769" rIns="0" bIns="0">
            <a:spAutoFit/>
          </a:bodyPr>
          <a:lstStyle xmlns:a="http://schemas.openxmlformats.org/drawingml/2006/main"/>
          <a:p xmlns:a="http://schemas.openxmlformats.org/drawingml/2006/main">
            <a:pPr marL="156210" indent="-144145">
              <a:lnSpc>
                <a:spcPct val="100000"/>
              </a:lnSpc>
              <a:spcBef>
                <a:spcPts val="509"/>
              </a:spcBef>
              <a:buChar char="•"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Dense/Shared</a:t>
            </a:r>
            <a:r>
              <a:rPr sz="1000" spc="-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Weights</a:t>
            </a:r>
          </a:p>
          <a:p xmlns:a="http://schemas.openxmlformats.org/drawingml/2006/main">
            <a:pPr marL="156210" indent="-144145">
              <a:lnSpc>
                <a:spcPct val="100000"/>
              </a:lnSpc>
              <a:spcBef>
                <a:spcPts val="420"/>
              </a:spcBef>
              <a:buChar char="•"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Router</a:t>
            </a:r>
            <a:r>
              <a:rPr sz="1000" spc="-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Weights</a:t>
            </a:r>
          </a:p>
          <a:p xmlns:a="http://schemas.openxmlformats.org/drawingml/2006/main">
            <a:pPr marL="156210" indent="-144145">
              <a:lnSpc>
                <a:spcPct val="100000"/>
              </a:lnSpc>
              <a:spcBef>
                <a:spcPts val="420"/>
              </a:spcBef>
              <a:buChar char="•"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Their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Optimizer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States</a:t>
            </a: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56FAAD4-F2D6-4953-9702-D61D15C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164" y="4831312"/>
            <a:ext cx="1014094" cy="339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7780" indent="-5715">
              <a:lnSpc>
                <a:spcPct val="103000"/>
              </a:lnSpc>
              <a:spcBef>
                <a:spcPts val="95"/>
              </a:spcBef>
              <a:buNone/>
            </a:pPr>
            <a:r>
              <a:rPr sz="10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MoE</a:t>
            </a:r>
            <a:r>
              <a:rPr sz="1000" spc="-2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Expert</a:t>
            </a:r>
            <a:r>
              <a:rPr sz="1000" spc="-2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States </a:t>
            </a:r>
            <a:r>
              <a:rPr sz="1000" spc="-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(from</a:t>
            </a:r>
            <a:r>
              <a:rPr sz="1000" spc="-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Checkpoint)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C69936B3-A883-4596-86B0-7401FE2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757" y="5714408"/>
            <a:ext cx="751840" cy="339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130"/>
              </a:spcBef>
              <a:buNone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Stage</a:t>
            </a:r>
            <a:r>
              <a:rPr sz="10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35"/>
              </a:spcBef>
              <a:buNone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(replacement)</a:t>
            </a: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F93E162D-DA6C-4ED8-BBB3-672FBEA2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265" y="5733117"/>
            <a:ext cx="38163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restore</a:t>
            </a:r>
          </a:p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1AA1E45F-9743-4F75-901C-8188A8E3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416" y="5788847"/>
            <a:ext cx="5080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2390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570"/>
              </a:spcBef>
              <a:buNone/>
            </a:pPr>
            <a:r>
              <a:rPr sz="13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CKPT</a:t>
            </a:r>
          </a:p>
          <a:p xmlns:a="http://schemas.openxmlformats.org/drawingml/2006/main">
            <a:pPr marL="109855">
              <a:lnSpc>
                <a:spcPct val="100000"/>
              </a:lnSpc>
              <a:spcBef>
                <a:spcPts val="475"/>
              </a:spcBef>
              <a:buNone/>
            </a:pPr>
            <a:r>
              <a:rPr sz="1950" spc="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(t</a:t>
            </a:r>
            <a:r>
              <a:rPr sz="75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ckpt</a:t>
            </a:r>
            <a:r>
              <a:rPr sz="1950" spc="7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6" name="object 56">
            <a:extLst xmlns:a="http://schemas.openxmlformats.org/drawingml/2006/main">
              <a:ext uri="{FF2B5EF4-FFF2-40B4-BE49-F238E27FC236}">
                <a16:creationId xmlns:a16="http://schemas.microsoft.com/office/drawing/2014/main" id="{1E2D6FFC-6199-4740-B478-84D5CD2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175" y="6471841"/>
            <a:ext cx="1529715" cy="5695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0640" rIns="0" bIns="0">
            <a:spAutoFit/>
          </a:bodyPr>
          <a:lstStyle xmlns:a="http://schemas.openxmlformats.org/drawingml/2006/main"/>
          <a:p xmlns:a="http://schemas.openxmlformats.org/drawingml/2006/main">
            <a:pPr marL="156210" indent="-144145">
              <a:lnSpc>
                <a:spcPct val="100000"/>
              </a:lnSpc>
              <a:spcBef>
                <a:spcPts val="320"/>
              </a:spcBef>
              <a:buChar char="•"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Expert</a:t>
            </a:r>
            <a:r>
              <a:rPr sz="1000" spc="-3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Weights</a:t>
            </a:r>
          </a:p>
          <a:p xmlns:a="http://schemas.openxmlformats.org/drawingml/2006/main">
            <a:pPr marL="156845" indent="-144780">
              <a:lnSpc>
                <a:spcPct val="119000"/>
              </a:lnSpc>
              <a:buChar char="•"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Expert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Optimizer States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(optional: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optimize</a:t>
            </a:r>
            <a:r>
              <a:rPr sz="10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-later)</a:t>
            </a:r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7C4157C2-B478-4591-9AD7-ACA27E03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98" y="4818162"/>
            <a:ext cx="113855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Two-Phase</a:t>
            </a:r>
            <a:r>
              <a:rPr sz="1000" spc="-2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216B2FE0-BE2A-4347-9734-56575F62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986" y="5049991"/>
            <a:ext cx="1341755" cy="1008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87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620"/>
              </a:spcBef>
              <a:buNone/>
            </a:pPr>
            <a:r>
              <a:rPr sz="1000" spc="10">
                <a:solidFill>
                  <a:srgbClr val="36723F"/>
                </a:solidFill>
                <a:latin typeface="Times New Roman"/>
                <a:ea typeface="Times New Roman"/>
                <a:cs typeface="Times New Roman"/>
              </a:rPr>
              <a:t>Phase</a:t>
            </a:r>
            <a:r>
              <a:rPr sz="1000" spc="-65">
                <a:solidFill>
                  <a:srgbClr val="36723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36723F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000" spc="-25">
                <a:solidFill>
                  <a:srgbClr val="36723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36723F"/>
                </a:solidFill>
                <a:latin typeface="Times New Roman"/>
                <a:ea typeface="Times New Roman"/>
                <a:cs typeface="Times New Roman"/>
              </a:rPr>
              <a:t>Weights-First</a:t>
            </a:r>
          </a:p>
          <a:p xmlns:a="http://schemas.openxmlformats.org/drawingml/2006/main">
            <a:pPr marL="128270" indent="-111760">
              <a:lnSpc>
                <a:spcPct val="100000"/>
              </a:lnSpc>
              <a:spcBef>
                <a:spcPts val="530"/>
              </a:spcBef>
              <a:buChar char="•"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Restore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weights</a:t>
            </a:r>
          </a:p>
          <a:p xmlns:a="http://schemas.openxmlformats.org/drawingml/2006/main">
            <a:pPr marL="128905" indent="-128905">
              <a:lnSpc>
                <a:spcPct val="119000"/>
              </a:lnSpc>
              <a:buChar char="•"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Refresh metadata </a:t>
            </a:r>
            <a:r>
              <a:rPr sz="10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(expert</a:t>
            </a:r>
            <a:r>
              <a:rPr sz="1000" spc="-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dim.</a:t>
            </a:r>
            <a:r>
              <a:rPr sz="10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topology)</a:t>
            </a:r>
          </a:p>
          <a:p xmlns:a="http://schemas.openxmlformats.org/drawingml/2006/main">
            <a:pPr marL="160655" indent="-144145">
              <a:lnSpc>
                <a:spcPct val="100000"/>
              </a:lnSpc>
              <a:spcBef>
                <a:spcPts val="225"/>
              </a:spcBef>
              <a:buChar char="•"/>
            </a:pP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Rejoin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249D7F95-4134-4374-BAB6-5AC3DC67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696" y="6301109"/>
            <a:ext cx="136715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1000" spc="10">
                <a:solidFill>
                  <a:srgbClr val="F47859"/>
                </a:solidFill>
                <a:latin typeface="Times New Roman"/>
                <a:ea typeface="Times New Roman"/>
                <a:cs typeface="Times New Roman"/>
              </a:rPr>
              <a:t>Phase</a:t>
            </a:r>
            <a:r>
              <a:rPr sz="1000" spc="-10">
                <a:solidFill>
                  <a:srgbClr val="F4785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F47859"/>
                </a:solidFill>
                <a:latin typeface="Times New Roman"/>
                <a:ea typeface="Times New Roman"/>
                <a:cs typeface="Times New Roman"/>
              </a:rPr>
              <a:t>B:</a:t>
            </a:r>
            <a:r>
              <a:rPr sz="1000" spc="-10">
                <a:solidFill>
                  <a:srgbClr val="F4785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F47859"/>
                </a:solidFill>
                <a:latin typeface="Times New Roman"/>
                <a:ea typeface="Times New Roman"/>
                <a:cs typeface="Times New Roman"/>
              </a:rPr>
              <a:t>Optimizer-Later</a:t>
            </a:r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720CDEC1-B786-4F0F-A147-CD35DEA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622" y="6508343"/>
            <a:ext cx="1335405" cy="5695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0640" rIns="0" bIns="0">
            <a:spAutoFit/>
          </a:bodyPr>
          <a:lstStyle xmlns:a="http://schemas.openxmlformats.org/drawingml/2006/main"/>
          <a:p xmlns:a="http://schemas.openxmlformats.org/drawingml/2006/main">
            <a:pPr marL="116205" indent="-104139">
              <a:lnSpc>
                <a:spcPct val="100000"/>
              </a:lnSpc>
              <a:spcBef>
                <a:spcPts val="320"/>
              </a:spcBef>
              <a:buChar char="•"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Attach</a:t>
            </a:r>
            <a:r>
              <a:rPr sz="10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optimizer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states</a:t>
            </a:r>
          </a:p>
          <a:p xmlns:a="http://schemas.openxmlformats.org/drawingml/2006/main">
            <a:pPr marL="123825" indent="-111760">
              <a:lnSpc>
                <a:spcPct val="100000"/>
              </a:lnSpc>
              <a:spcBef>
                <a:spcPts val="229"/>
              </a:spcBef>
              <a:buChar char="•"/>
            </a:pPr>
            <a:r>
              <a:rPr sz="10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Remove</a:t>
            </a:r>
            <a:r>
              <a:rPr sz="1000" spc="-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update</a:t>
            </a:r>
            <a:r>
              <a:rPr sz="1000" spc="-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barrier</a:t>
            </a:r>
          </a:p>
          <a:p xmlns:a="http://schemas.openxmlformats.org/drawingml/2006/main">
            <a:pPr marL="123825" indent="-111760">
              <a:lnSpc>
                <a:spcPct val="100000"/>
              </a:lnSpc>
              <a:spcBef>
                <a:spcPts val="225"/>
              </a:spcBef>
              <a:buChar char="•"/>
            </a:pPr>
            <a:r>
              <a:rPr sz="10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Fully</a:t>
            </a:r>
            <a:r>
              <a:rPr sz="10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recovered</a:t>
            </a:r>
          </a:p>
        </p:txBody>
      </p:sp>
      <p:sp>
        <p:nvSpPr>
          <p:cNvPr id="61" name="object 61">
            <a:extLst xmlns:a="http://schemas.openxmlformats.org/drawingml/2006/main">
              <a:ext uri="{FF2B5EF4-FFF2-40B4-BE49-F238E27FC236}">
                <a16:creationId xmlns:a16="http://schemas.microsoft.com/office/drawing/2014/main" id="{7F0F9071-C80D-4FCA-BB38-6A1AD21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918" y="6492815"/>
            <a:ext cx="3095625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9220" rIns="0" bIns="0">
            <a:spAutoFit/>
          </a:bodyPr>
          <a:lstStyle xmlns:a="http://schemas.openxmlformats.org/drawingml/2006/main"/>
          <a:p xmlns:a="http://schemas.openxmlformats.org/drawingml/2006/main">
            <a:pPr marL="241300" indent="-229235">
              <a:lnSpc>
                <a:spcPct val="100000"/>
              </a:lnSpc>
              <a:spcBef>
                <a:spcPts val="860"/>
              </a:spcBef>
              <a:buChar char="•"/>
            </a:pP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Restore</a:t>
            </a:r>
            <a:r>
              <a:rPr sz="12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full</a:t>
            </a:r>
            <a:r>
              <a:rPr sz="12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2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states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2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optimizer</a:t>
            </a:r>
            <a:r>
              <a:rPr sz="12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states</a:t>
            </a:r>
          </a:p>
          <a:p xmlns:a="http://schemas.openxmlformats.org/drawingml/2006/main">
            <a:pPr marL="241300" indent="-229235">
              <a:lnSpc>
                <a:spcPct val="100000"/>
              </a:lnSpc>
              <a:spcBef>
                <a:spcPts val="760"/>
              </a:spcBef>
              <a:buChar char="•"/>
            </a:pP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lost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iterations</a:t>
            </a: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with</a:t>
            </a:r>
            <a:r>
              <a:rPr sz="1200" spc="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fault-free</a:t>
            </a: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semantics</a:t>
            </a:r>
          </a:p>
        </p:txBody>
      </p:sp>
      <p:sp>
        <p:nvSpPr>
          <p:cNvPr id="62" name="object 62">
            <a:extLst xmlns:a="http://schemas.openxmlformats.org/drawingml/2006/main">
              <a:ext uri="{FF2B5EF4-FFF2-40B4-BE49-F238E27FC236}">
                <a16:creationId xmlns:a16="http://schemas.microsoft.com/office/drawing/2014/main" id="{AD985D71-F64A-4BF5-9D7D-BAF0B88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648" y="4541955"/>
            <a:ext cx="278003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4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4b.</a:t>
            </a:r>
            <a:r>
              <a:rPr sz="14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Checkpoint</a:t>
            </a:r>
            <a:r>
              <a:rPr sz="14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Restart</a:t>
            </a:r>
            <a:r>
              <a:rPr sz="14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(Safe</a:t>
            </a:r>
            <a:r>
              <a:rPr sz="1400" spc="-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spc="-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Fallback)</a:t>
            </a:r>
          </a:p>
        </p:txBody>
      </p:sp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69DC95AA-B71F-4C98-BAB0-4BB17B5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225" y="5497086"/>
            <a:ext cx="464820" cy="231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CKPT</a:t>
            </a:r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EAE37814-9D1C-497A-B11B-116A8560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174" y="5832113"/>
            <a:ext cx="198120" cy="14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75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ckpt</a:t>
            </a: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4E2586CD-CB97-4A5D-A0D7-D82E25C0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225" y="5703253"/>
            <a:ext cx="360045" cy="231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(t	)</a:t>
            </a:r>
          </a:p>
        </p:txBody>
      </p:sp>
      <p:sp>
        <p:nvSpPr>
          <p:cNvPr id="66" name="object 66">
            <a:extLst xmlns:a="http://schemas.openxmlformats.org/drawingml/2006/main">
              <a:ext uri="{FF2B5EF4-FFF2-40B4-BE49-F238E27FC236}">
                <a16:creationId xmlns:a16="http://schemas.microsoft.com/office/drawing/2014/main" id="{5B9A70DD-662C-4B37-8E5C-5E5EB2F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794" y="5543294"/>
            <a:ext cx="896619" cy="402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 indent="99695">
              <a:lnSpc>
                <a:spcPct val="103000"/>
              </a:lnSpc>
              <a:spcBef>
                <a:spcPts val="90"/>
              </a:spcBef>
              <a:buNone/>
            </a:pPr>
            <a:r>
              <a:rPr sz="1200" spc="1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All </a:t>
            </a:r>
            <a:r>
              <a:rPr sz="12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Ranks </a:t>
            </a:r>
            <a:r>
              <a:rPr sz="1200" spc="2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spc="1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(replacement)</a:t>
            </a:r>
          </a:p>
        </p:txBody>
      </p:sp>
      <p:sp>
        <p:nvSpPr>
          <p:cNvPr id="67" name="object 67">
            <a:extLst xmlns:a="http://schemas.openxmlformats.org/drawingml/2006/main">
              <a:ext uri="{FF2B5EF4-FFF2-40B4-BE49-F238E27FC236}">
                <a16:creationId xmlns:a16="http://schemas.microsoft.com/office/drawing/2014/main" id="{5A8EA5F0-5CF5-4F67-81E1-7B4803A2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8612" y="5465795"/>
            <a:ext cx="58166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5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Replay</a:t>
            </a:r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6D9006F3-29C9-40F0-91D9-76377580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504" y="5848607"/>
            <a:ext cx="222885" cy="163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ckpt</a:t>
            </a:r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B5131594-EE22-49BF-A27F-3FA3AEC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674" y="5701370"/>
            <a:ext cx="658495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5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(t	→t)</a:t>
            </a:r>
          </a:p>
        </p:txBody>
      </p:sp>
      <p:sp>
        <p:nvSpPr>
          <p:cNvPr id="70" name="object 70">
            <a:extLst xmlns:a="http://schemas.openxmlformats.org/drawingml/2006/main">
              <a:ext uri="{FF2B5EF4-FFF2-40B4-BE49-F238E27FC236}">
                <a16:creationId xmlns:a16="http://schemas.microsoft.com/office/drawing/2014/main" id="{68FF8496-3608-4C05-AAAE-B0DD77D9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102" y="5521657"/>
            <a:ext cx="612775" cy="4356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614"/>
              </a:lnSpc>
              <a:spcBef>
                <a:spcPts val="95"/>
              </a:spcBef>
              <a:buNone/>
            </a:pPr>
            <a:r>
              <a:rPr sz="13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Resume</a:t>
            </a:r>
          </a:p>
          <a:p xmlns:a="http://schemas.openxmlformats.org/drawingml/2006/main">
            <a:pPr marL="17780">
              <a:lnSpc>
                <a:spcPts val="1614"/>
              </a:lnSpc>
              <a:buNone/>
            </a:pPr>
            <a:r>
              <a:rPr sz="1350" spc="-5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350" spc="-5">
                <a:solidFill>
                  <a:srgbClr val="231F20"/>
                </a:solidFill>
                <a:latin typeface="Times New Roman"/>
                <a:ea typeface="Times New Roman"/>
                <a:cs typeface="Times New Roman"/>
              </a:rPr>
              <a:t>raining</a:t>
            </a:r>
          </a:p>
        </p:txBody>
      </p:sp>
    </p:spTree>
    <p:extLst>
      <p:ext uri="{BB962C8B-B14F-4D97-AF65-F5344CB8AC3E}">
        <p14:creationId xmlns:p14="http://schemas.microsoft.com/office/powerpoint/2010/main" val="10275462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2026-06-08T02:32:49.3620000Z</dcterms:created>
  <dcterms:modified xsi:type="dcterms:W3CDTF">2026-06-08T02:32:49.3620000Z</dcterms:modified>
</coreProperties>
</file>